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01.svg" ContentType="image/svg+xml"/>
  <Override PartName="/ppt/media/image103.svg" ContentType="image/svg+xml"/>
  <Override PartName="/ppt/media/image106.svg" ContentType="image/svg+xml"/>
  <Override PartName="/ppt/media/image108.svg" ContentType="image/svg+xml"/>
  <Override PartName="/ppt/media/image110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0.svg" ContentType="image/svg+xml"/>
  <Override PartName="/ppt/media/image132.svg" ContentType="image/svg+xml"/>
  <Override PartName="/ppt/media/image134.svg" ContentType="image/svg+xml"/>
  <Override PartName="/ppt/media/image136.svg" ContentType="image/svg+xml"/>
  <Override PartName="/ppt/media/image139.svg" ContentType="image/svg+xml"/>
  <Override PartName="/ppt/media/image14.svg" ContentType="image/svg+xml"/>
  <Override PartName="/ppt/media/image141.svg" ContentType="image/svg+xml"/>
  <Override PartName="/ppt/media/image143.svg" ContentType="image/svg+xml"/>
  <Override PartName="/ppt/media/image145.svg" ContentType="image/svg+xml"/>
  <Override PartName="/ppt/media/image147.svg" ContentType="image/svg+xml"/>
  <Override PartName="/ppt/media/image149.svg" ContentType="image/svg+xml"/>
  <Override PartName="/ppt/media/image151.svg" ContentType="image/svg+xml"/>
  <Override PartName="/ppt/media/image153.svg" ContentType="image/svg+xml"/>
  <Override PartName="/ppt/media/image155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4.svg" ContentType="image/svg+xml"/>
  <Override PartName="/ppt/media/image166.svg" ContentType="image/svg+xml"/>
  <Override PartName="/ppt/media/image168.svg" ContentType="image/svg+xml"/>
  <Override PartName="/ppt/media/image170.svg" ContentType="image/svg+xml"/>
  <Override PartName="/ppt/media/image172.svg" ContentType="image/svg+xml"/>
  <Override PartName="/ppt/media/image174.svg" ContentType="image/svg+xml"/>
  <Override PartName="/ppt/media/image176.svg" ContentType="image/svg+xml"/>
  <Override PartName="/ppt/media/image178.svg" ContentType="image/svg+xml"/>
  <Override PartName="/ppt/media/image18.svg" ContentType="image/svg+xml"/>
  <Override PartName="/ppt/media/image180.svg" ContentType="image/svg+xml"/>
  <Override PartName="/ppt/media/image18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39" r:id="rId3"/>
    <p:sldId id="340" r:id="rId4"/>
    <p:sldId id="341" r:id="rId5"/>
    <p:sldId id="342" r:id="rId6"/>
    <p:sldId id="343" r:id="rId7"/>
    <p:sldId id="344" r:id="rId8"/>
    <p:sldId id="345" r:id="rId9"/>
    <p:sldId id="346" r:id="rId10"/>
    <p:sldId id="347" r:id="rId11"/>
    <p:sldId id="349" r:id="rId12"/>
    <p:sldId id="350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  <p:cmAuthor id="2" name="kingsoft" initials="k" lastIdx="1" clrIdx="1"/>
  <p:cmAuthor id="3" name="zhouzean" initials="z" lastIdx="1" clrIdx="2"/>
  <p:cmAuthor id="4" name="李鹏飞_6bQfzI3a" initials="李" lastIdx="0" clrIdx="0"/>
  <p:cmAuthor id="5" name="李晓菲_MZFnUzi6" initials="李" lastIdx="0" clrIdx="0"/>
  <p:cmAuthor id="6" name="小珞_QjMfU7FR" initials="小" lastIdx="0" clrIdx="0"/>
  <p:cmAuthor id="7" name="熊仪_aYju7RJj" initials="熊" lastIdx="0" clrIdx="0"/>
  <p:cmAuthor id="8" name="yifei" initials="y" lastIdx="1" clrIdx="7"/>
  <p:cmAuthor id="9" name="ADMIN" initials="A" lastIdx="1" clrIdx="8"/>
  <p:cmAuthor id="2001" name="骆倩怡_Znauj26B" initials="authorId_382814100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00"/>
    <a:srgbClr val="003380"/>
    <a:srgbClr val="5891FF"/>
    <a:srgbClr val="D1E4FF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gs" Target="tags/tag694.xml"/><Relationship Id="rId34" Type="http://schemas.openxmlformats.org/officeDocument/2006/relationships/commentAuthors" Target="commentAuthors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起点到A</c:v>
                </c:pt>
              </c:strCache>
            </c:strRef>
          </c:tx>
          <c:spPr>
            <a:ln w="28575" cap="rnd">
              <a:solidFill>
                <a:scrgbClr r="4092" g="19462" b="89627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rgbClr r="4092" g="19462" b="89627">
                  <a:alpha val="100000"/>
                </a:scrgbClr>
              </a:solidFill>
              <a:ln w="38100">
                <a:solidFill>
                  <a:scrgbClr r="4092" g="19462" b="89627">
                    <a:alpha val="100000"/>
                  </a:sc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21" g="1229" b="7036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</c:v>
                </c:pt>
                <c:pt idx="1">
                  <c:v>第1轮</c:v>
                </c:pt>
                <c:pt idx="2">
                  <c:v>第2轮</c:v>
                </c:pt>
                <c:pt idx="3">
                  <c:v>第3轮</c:v>
                </c:pt>
                <c:pt idx="4">
                  <c:v>第4轮</c:v>
                </c:pt>
                <c:pt idx="5">
                  <c:v>第5轮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起点到B</c:v>
                </c:pt>
              </c:strCache>
            </c:strRef>
          </c:tx>
          <c:spPr>
            <a:ln w="28575" cap="rnd">
              <a:solidFill>
                <a:scrgbClr r="9084" g="72306" b="30054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rgbClr r="9084" g="72306" b="30054">
                  <a:alpha val="100000"/>
                </a:scrgbClr>
              </a:solidFill>
              <a:ln w="38100">
                <a:solidFill>
                  <a:scrgbClr r="9084" g="72306" b="30054">
                    <a:alpha val="100000"/>
                  </a:sc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21" g="1229" b="7036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</c:v>
                </c:pt>
                <c:pt idx="1">
                  <c:v>第1轮</c:v>
                </c:pt>
                <c:pt idx="2">
                  <c:v>第2轮</c:v>
                </c:pt>
                <c:pt idx="3">
                  <c:v>第3轮</c:v>
                </c:pt>
                <c:pt idx="4">
                  <c:v>第4轮</c:v>
                </c:pt>
                <c:pt idx="5">
                  <c:v>第5轮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999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起点到C</c:v>
                </c:pt>
              </c:strCache>
            </c:strRef>
          </c:tx>
          <c:spPr>
            <a:ln w="28575" cap="rnd">
              <a:solidFill>
                <a:scrgbClr r="651" g="38133" b="78354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rgbClr r="651" g="38133" b="78354">
                  <a:alpha val="100000"/>
                </a:scrgbClr>
              </a:solidFill>
              <a:ln w="38100">
                <a:solidFill>
                  <a:scrgbClr r="651" g="38133" b="78354">
                    <a:alpha val="100000"/>
                  </a:sc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21" g="1229" b="7036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</c:v>
                </c:pt>
                <c:pt idx="1">
                  <c:v>第1轮</c:v>
                </c:pt>
                <c:pt idx="2">
                  <c:v>第2轮</c:v>
                </c:pt>
                <c:pt idx="3">
                  <c:v>第3轮</c:v>
                </c:pt>
                <c:pt idx="4">
                  <c:v>第4轮</c:v>
                </c:pt>
                <c:pt idx="5">
                  <c:v>第5轮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999</c:v>
                </c:pt>
                <c:pt idx="1">
                  <c:v>999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起点到D</c:v>
                </c:pt>
              </c:strCache>
            </c:strRef>
          </c:tx>
          <c:spPr>
            <a:ln w="28575" cap="rnd">
              <a:solidFill>
                <a:scrgbClr r="0" g="50888" b="73046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rgbClr r="0" g="50888" b="73046">
                  <a:alpha val="100000"/>
                </a:scrgbClr>
              </a:solidFill>
              <a:ln w="38100">
                <a:solidFill>
                  <a:scrgbClr r="0" g="50888" b="73046">
                    <a:alpha val="100000"/>
                  </a:scrgb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21" g="1229" b="7036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初始化</c:v>
                </c:pt>
                <c:pt idx="1">
                  <c:v>第1轮</c:v>
                </c:pt>
                <c:pt idx="2">
                  <c:v>第2轮</c:v>
                </c:pt>
                <c:pt idx="3">
                  <c:v>第3轮</c:v>
                </c:pt>
                <c:pt idx="4">
                  <c:v>第4轮</c:v>
                </c:pt>
                <c:pt idx="5">
                  <c:v>第5轮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1"/>
        </c:dLbls>
        <c:marker val="1"/>
        <c:smooth val="1"/>
        <c:axId val="409160390"/>
        <c:axId val="369690124"/>
      </c:lineChart>
      <c:catAx>
        <c:axId val="40916039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85499" g="90466" b="98225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rgbClr r="14996" g="21223" b="3231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369690124"/>
        <c:crosses val="autoZero"/>
        <c:auto val="1"/>
        <c:lblAlgn val="ctr"/>
        <c:lblOffset val="100"/>
        <c:noMultiLvlLbl val="0"/>
      </c:catAx>
      <c:valAx>
        <c:axId val="369690124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 cmpd="sng" algn="ctr">
              <a:solidFill>
                <a:scrgbClr r="85499" g="90466" b="98225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rgbClr r="14996" g="21223" b="3231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0916039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4231" g="8866" b="18782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05a1d7e-b6de-4e79-9664-d14a849df5f7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0" i="0" u="none" strike="noStrike" kern="1200" spc="0" baseline="0">
                <a:solidFill>
                  <a:scrgbClr r="121" g="1229" b="7036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  <a:r>
              <a:t>最小生成树构建过程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当前最小边权重</c:v>
                </c:pt>
              </c:strCache>
            </c:strRef>
          </c:tx>
          <c:spPr>
            <a:solidFill>
              <a:scrgbClr r="4092" g="19462" b="89627">
                <a:alpha val="100000"/>
              </a:scrgbClr>
            </a:solidFill>
            <a:ln>
              <a:solidFill>
                <a:scrgbClr r="4092" g="19462" b="89627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rgbClr r="4092" g="19462" b="89627">
                      <a:alpha val="100000"/>
                    </a:scrgbClr>
                  </a:gs>
                  <a:gs pos="100000">
                    <a:scrgbClr r="4092" g="19462" b="89627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rgbClr r="4092" g="19462" b="89627">
                      <a:alpha val="100000"/>
                    </a:scrgbClr>
                  </a:gs>
                  <a:gs pos="100000">
                    <a:scrgbClr r="4092" g="19462" b="89627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rgbClr r="4092" g="19462" b="89627">
                      <a:alpha val="100000"/>
                    </a:scrgbClr>
                  </a:gs>
                  <a:gs pos="100000">
                    <a:scrgbClr r="4092" g="19462" b="89627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rgbClr r="4092" g="19462" b="89627">
                      <a:alpha val="100000"/>
                    </a:scrgbClr>
                  </a:gs>
                  <a:gs pos="100000">
                    <a:scrgbClr r="4092" g="19462" b="89627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rgbClr r="4092" g="19462" b="89627">
                      <a:alpha val="100000"/>
                    </a:scrgbClr>
                  </a:gs>
                  <a:gs pos="100000">
                    <a:scrgbClr r="4092" g="19462" b="89627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121" g="1229" b="7036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00"/>
        <c:overlap val="-30"/>
        <c:axId val="420627350"/>
        <c:axId val="79962233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累计权重</c:v>
                </c:pt>
              </c:strCache>
            </c:strRef>
          </c:tx>
          <c:spPr>
            <a:ln w="28575" cap="rnd">
              <a:solidFill>
                <a:scrgbClr r="9084" g="72306" b="30054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rgbClr r="9084" g="72306" b="30054">
                  <a:alpha val="100000"/>
                </a:scrgbClr>
              </a:solidFill>
              <a:ln w="38100">
                <a:solidFill>
                  <a:scrgbClr r="9084" g="72306" b="30054">
                    <a:alpha val="100000"/>
                  </a:scrgbClr>
                </a:solidFill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Step 1</c:v>
                </c:pt>
                <c:pt idx="1">
                  <c:v>Step 2</c:v>
                </c:pt>
                <c:pt idx="2">
                  <c:v>Step 3</c:v>
                </c:pt>
                <c:pt idx="3">
                  <c:v>Step 4</c:v>
                </c:pt>
                <c:pt idx="4">
                  <c:v>Step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14</c:v>
                </c:pt>
                <c:pt idx="4">
                  <c:v>20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420627350"/>
        <c:axId val="799622330"/>
      </c:lineChart>
      <c:catAx>
        <c:axId val="42062735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85499" g="90466" b="98225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rgbClr r="14996" g="21223" b="3231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99622330"/>
        <c:crosses val="autoZero"/>
        <c:auto val="1"/>
        <c:lblAlgn val="ctr"/>
        <c:lblOffset val="100"/>
        <c:noMultiLvlLbl val="0"/>
      </c:catAx>
      <c:valAx>
        <c:axId val="799622330"/>
        <c:scaling>
          <c:orientation val="minMax"/>
          <c:max val="15"/>
          <c:min val="0"/>
        </c:scaling>
        <c:delete val="0"/>
        <c:axPos val="l"/>
        <c:majorGridlines>
          <c:spPr>
            <a:ln w="12700" cap="flat" cmpd="sng" algn="ctr">
              <a:solidFill>
                <a:scrgbClr r="85499" g="90466" b="98225">
                  <a:alpha val="100000"/>
                </a:scrgbClr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400" b="0" i="0" u="none" strike="noStrike" kern="1200" baseline="0">
                    <a:solidFill>
                      <a:scrgbClr r="14996" g="21223" b="32314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已选边权重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400" b="0" i="0" u="none" strike="noStrike" kern="1200" baseline="0">
                <a:solidFill>
                  <a:scrgbClr r="14996" g="21223" b="3231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20627350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83fb0b-7a0a-41ba-a7e8-8098ea69e914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Regular" panose="020B0500000000000000" charset="-122"/>
              </a:rPr>
            </a:fld>
            <a:endParaRPr lang="zh-CN" altLang="en-US">
              <a:latin typeface="思源黑体 CN Regular" panose="020B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Regular" panose="020B0500000000000000" charset="-122"/>
              </a:rPr>
            </a:fld>
            <a:endParaRPr lang="zh-CN" altLang="en-US">
              <a:latin typeface="思源黑体 CN Regular" panose="020B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Regular" panose="020B0500000000000000" charset="-122"/>
                <a:ea typeface="思源黑体 CN Regular" panose="020B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charset="-122"/>
        <a:ea typeface="思源黑体 CN Regular" panose="020B05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charset="-122"/>
        <a:ea typeface="思源黑体 CN Regular" panose="020B05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charset="-122"/>
        <a:ea typeface="思源黑体 CN Regular" panose="020B05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charset="-122"/>
        <a:ea typeface="思源黑体 CN Regular" panose="020B05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Regular" panose="020B0500000000000000" charset="-122"/>
        <a:ea typeface="思源黑体 CN Regular" panose="020B05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image" Target="../media/image1.jpeg"/><Relationship Id="rId2" Type="http://schemas.openxmlformats.org/officeDocument/2006/relationships/tags" Target="../tags/tag6.xml"/><Relationship Id="rId10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.jpeg"/><Relationship Id="rId2" Type="http://schemas.openxmlformats.org/officeDocument/2006/relationships/tags" Target="../tags/tag44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3.jpeg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2.jpeg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20" name="内容占位符 19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1" descr="C:\Users\WPS\Desktop\商务风\VCG211296452282.jpgVCG21129645228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alphaModFix amt="65000"/>
          </a:blip>
          <a:srcRect/>
          <a:stretch>
            <a:fillRect/>
          </a:stretch>
        </p:blipFill>
        <p:spPr>
          <a:xfrm>
            <a:off x="-25400" y="-16510"/>
            <a:ext cx="12217400" cy="6875145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-25400" y="0"/>
            <a:ext cx="12225020" cy="685736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矩形 2"/>
          <p:cNvSpPr/>
          <p:nvPr userDrawn="1">
            <p:custDataLst>
              <p:tags r:id="rId5"/>
            </p:custDataLst>
          </p:nvPr>
        </p:nvSpPr>
        <p:spPr>
          <a:xfrm rot="16200000">
            <a:off x="4795520" y="-1610995"/>
            <a:ext cx="2583815" cy="122250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839788" y="645210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 b="1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9" name="矩形 18"/>
          <p:cNvSpPr/>
          <p:nvPr userDrawn="1">
            <p:custDataLst>
              <p:tags r:id="rId10"/>
            </p:custDataLst>
          </p:nvPr>
        </p:nvSpPr>
        <p:spPr>
          <a:xfrm>
            <a:off x="671830" y="874395"/>
            <a:ext cx="133985" cy="501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C:\Users\WPS\Desktop\商务风\VCG2111827506232169.jpgVCG211182750623216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318"/>
            <a:ext cx="12198985" cy="6856730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-25400" y="0"/>
            <a:ext cx="12225020" cy="6857365"/>
          </a:xfrm>
          <a:prstGeom prst="rect">
            <a:avLst/>
          </a:prstGeom>
          <a:solidFill>
            <a:schemeClr val="l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cxnSp>
        <p:nvCxnSpPr>
          <p:cNvPr id="33" name="直接连接符 32"/>
          <p:cNvCxnSpPr/>
          <p:nvPr userDrawn="1">
            <p:custDataLst>
              <p:tags r:id="rId5"/>
            </p:custDataLst>
          </p:nvPr>
        </p:nvCxnSpPr>
        <p:spPr>
          <a:xfrm flipV="1">
            <a:off x="6273800" y="721360"/>
            <a:ext cx="5188585" cy="2473960"/>
          </a:xfrm>
          <a:prstGeom prst="line">
            <a:avLst/>
          </a:prstGeom>
          <a:ln w="38100" cmpd="sng"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/>
                </a:gs>
              </a:gsLst>
              <a:lin ang="16200000" scaled="0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日期占位符 30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4" name="页脚占位符 33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27" name="日期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1016000" y="1651000"/>
            <a:ext cx="6097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26" name="标题 25"/>
          <p:cNvSpPr>
            <a:spLocks noGrp="1"/>
          </p:cNvSpPr>
          <p:nvPr>
            <p:ph type="ctrTitle" idx="16387" hasCustomPrompt="1"/>
            <p:custDataLst>
              <p:tags r:id="rId9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35" name="署名占位符 10"/>
          <p:cNvSpPr>
            <a:spLocks noGrp="1"/>
          </p:cNvSpPr>
          <p:nvPr>
            <p:ph type="body" sz="quarter" idx="16389" hasCustomPrompt="1"/>
            <p:custDataLst>
              <p:tags r:id="rId10"/>
            </p:custDataLst>
          </p:nvPr>
        </p:nvSpPr>
        <p:spPr>
          <a:xfrm>
            <a:off x="1016000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1" descr="C:\Users\WPS\Desktop\商务风\VCG211272994642.jpgVCG21127299464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14940"/>
          <a:stretch>
            <a:fillRect/>
          </a:stretch>
        </p:blipFill>
        <p:spPr>
          <a:xfrm>
            <a:off x="-26670" y="-70485"/>
            <a:ext cx="12219305" cy="6927215"/>
          </a:xfrm>
          <a:prstGeom prst="rect">
            <a:avLst/>
          </a:prstGeom>
        </p:spPr>
      </p:pic>
      <p:sp>
        <p:nvSpPr>
          <p:cNvPr id="40" name="矩形 39"/>
          <p:cNvSpPr/>
          <p:nvPr userDrawn="1">
            <p:custDataLst>
              <p:tags r:id="rId4"/>
            </p:custDataLst>
          </p:nvPr>
        </p:nvSpPr>
        <p:spPr>
          <a:xfrm>
            <a:off x="-26670" y="-635"/>
            <a:ext cx="12225020" cy="6857365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000000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4" descr="C:\Users\WPS\Desktop\商务风\VCG2111827506232169.jpgVCG211182750623216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318"/>
            <a:ext cx="12198985" cy="6856730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4"/>
            </p:custDataLst>
          </p:nvPr>
        </p:nvSpPr>
        <p:spPr>
          <a:xfrm>
            <a:off x="-25400" y="0"/>
            <a:ext cx="12225020" cy="6857365"/>
          </a:xfrm>
          <a:prstGeom prst="rect">
            <a:avLst/>
          </a:prstGeom>
          <a:solidFill>
            <a:schemeClr val="lt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3" name="Subtitle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ctrTitle" idx="16387" hasCustomPrompt="1"/>
            <p:custDataLst>
              <p:tags r:id="rId8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日期占位符 2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Text Placeholder 9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Text Placeholder 16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90.xml"/><Relationship Id="rId21" Type="http://schemas.openxmlformats.org/officeDocument/2006/relationships/tags" Target="../tags/tag89.xml"/><Relationship Id="rId20" Type="http://schemas.openxmlformats.org/officeDocument/2006/relationships/tags" Target="../tags/tag88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7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image" Target="../media/image4.jpeg"/><Relationship Id="rId13" Type="http://schemas.openxmlformats.org/officeDocument/2006/relationships/tags" Target="../tags/tag8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4" descr="VCG211157641927"/>
          <p:cNvPicPr>
            <a:picLocks noChangeAspect="1"/>
          </p:cNvPicPr>
          <p:nvPr userDrawn="1">
            <p:custDataLst>
              <p:tags r:id="rId13"/>
            </p:custDataLst>
          </p:nvPr>
        </p:nvPicPr>
        <p:blipFill>
          <a:blip r:embed="rId14">
            <a:alphaModFix amt="20000"/>
          </a:blip>
          <a:srcRect l="8198" t="475" r="34870" b="425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2" name="矩形 11"/>
          <p:cNvSpPr/>
          <p:nvPr userDrawn="1">
            <p:custDataLst>
              <p:tags r:id="rId20"/>
            </p:custDataLst>
          </p:nvPr>
        </p:nvSpPr>
        <p:spPr>
          <a:xfrm rot="5400000">
            <a:off x="5958840" y="624840"/>
            <a:ext cx="276860" cy="121926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115.xml"/><Relationship Id="rId20" Type="http://schemas.openxmlformats.org/officeDocument/2006/relationships/tags" Target="../tags/tag114.xml"/><Relationship Id="rId2" Type="http://schemas.openxmlformats.org/officeDocument/2006/relationships/tags" Target="../tags/tag96.xml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tags" Target="../tags/tag111.xml"/><Relationship Id="rId16" Type="http://schemas.openxmlformats.org/officeDocument/2006/relationships/tags" Target="../tags/tag110.xml"/><Relationship Id="rId15" Type="http://schemas.openxmlformats.org/officeDocument/2006/relationships/tags" Target="../tags/tag10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tags" Target="../tags/tag9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image" Target="../media/image6.svg"/><Relationship Id="rId57" Type="http://schemas.openxmlformats.org/officeDocument/2006/relationships/slideLayout" Target="../slideLayouts/slideLayout6.xml"/><Relationship Id="rId56" Type="http://schemas.openxmlformats.org/officeDocument/2006/relationships/tags" Target="../tags/tag154.xml"/><Relationship Id="rId55" Type="http://schemas.openxmlformats.org/officeDocument/2006/relationships/image" Target="../media/image24.svg"/><Relationship Id="rId54" Type="http://schemas.openxmlformats.org/officeDocument/2006/relationships/image" Target="../media/image23.png"/><Relationship Id="rId53" Type="http://schemas.openxmlformats.org/officeDocument/2006/relationships/tags" Target="../tags/tag153.xml"/><Relationship Id="rId52" Type="http://schemas.openxmlformats.org/officeDocument/2006/relationships/tags" Target="../tags/tag152.xml"/><Relationship Id="rId51" Type="http://schemas.openxmlformats.org/officeDocument/2006/relationships/tags" Target="../tags/tag151.xml"/><Relationship Id="rId50" Type="http://schemas.openxmlformats.org/officeDocument/2006/relationships/image" Target="../media/image22.svg"/><Relationship Id="rId5" Type="http://schemas.openxmlformats.org/officeDocument/2006/relationships/image" Target="../media/image5.png"/><Relationship Id="rId49" Type="http://schemas.openxmlformats.org/officeDocument/2006/relationships/image" Target="../media/image21.png"/><Relationship Id="rId48" Type="http://schemas.openxmlformats.org/officeDocument/2006/relationships/tags" Target="../tags/tag150.xml"/><Relationship Id="rId47" Type="http://schemas.openxmlformats.org/officeDocument/2006/relationships/tags" Target="../tags/tag149.xml"/><Relationship Id="rId46" Type="http://schemas.openxmlformats.org/officeDocument/2006/relationships/tags" Target="../tags/tag148.xml"/><Relationship Id="rId45" Type="http://schemas.openxmlformats.org/officeDocument/2006/relationships/image" Target="../media/image20.svg"/><Relationship Id="rId44" Type="http://schemas.openxmlformats.org/officeDocument/2006/relationships/image" Target="../media/image19.png"/><Relationship Id="rId43" Type="http://schemas.openxmlformats.org/officeDocument/2006/relationships/tags" Target="../tags/tag147.xml"/><Relationship Id="rId42" Type="http://schemas.openxmlformats.org/officeDocument/2006/relationships/tags" Target="../tags/tag146.xml"/><Relationship Id="rId41" Type="http://schemas.openxmlformats.org/officeDocument/2006/relationships/tags" Target="../tags/tag145.xml"/><Relationship Id="rId40" Type="http://schemas.openxmlformats.org/officeDocument/2006/relationships/image" Target="../media/image18.svg"/><Relationship Id="rId4" Type="http://schemas.openxmlformats.org/officeDocument/2006/relationships/tags" Target="../tags/tag122.xml"/><Relationship Id="rId39" Type="http://schemas.openxmlformats.org/officeDocument/2006/relationships/image" Target="../media/image17.png"/><Relationship Id="rId38" Type="http://schemas.openxmlformats.org/officeDocument/2006/relationships/tags" Target="../tags/tag144.xml"/><Relationship Id="rId37" Type="http://schemas.openxmlformats.org/officeDocument/2006/relationships/tags" Target="../tags/tag143.xml"/><Relationship Id="rId36" Type="http://schemas.openxmlformats.org/officeDocument/2006/relationships/tags" Target="../tags/tag142.xml"/><Relationship Id="rId35" Type="http://schemas.openxmlformats.org/officeDocument/2006/relationships/tags" Target="../tags/tag141.xml"/><Relationship Id="rId34" Type="http://schemas.openxmlformats.org/officeDocument/2006/relationships/image" Target="../media/image16.svg"/><Relationship Id="rId33" Type="http://schemas.openxmlformats.org/officeDocument/2006/relationships/image" Target="../media/image15.png"/><Relationship Id="rId32" Type="http://schemas.openxmlformats.org/officeDocument/2006/relationships/tags" Target="../tags/tag140.xml"/><Relationship Id="rId31" Type="http://schemas.openxmlformats.org/officeDocument/2006/relationships/tags" Target="../tags/tag139.xml"/><Relationship Id="rId30" Type="http://schemas.openxmlformats.org/officeDocument/2006/relationships/tags" Target="../tags/tag138.xml"/><Relationship Id="rId3" Type="http://schemas.openxmlformats.org/officeDocument/2006/relationships/tags" Target="../tags/tag121.xml"/><Relationship Id="rId29" Type="http://schemas.openxmlformats.org/officeDocument/2006/relationships/image" Target="../media/image14.svg"/><Relationship Id="rId28" Type="http://schemas.openxmlformats.org/officeDocument/2006/relationships/image" Target="../media/image13.png"/><Relationship Id="rId27" Type="http://schemas.openxmlformats.org/officeDocument/2006/relationships/tags" Target="../tags/tag137.xml"/><Relationship Id="rId26" Type="http://schemas.openxmlformats.org/officeDocument/2006/relationships/tags" Target="../tags/tag136.xml"/><Relationship Id="rId25" Type="http://schemas.openxmlformats.org/officeDocument/2006/relationships/tags" Target="../tags/tag135.xml"/><Relationship Id="rId24" Type="http://schemas.openxmlformats.org/officeDocument/2006/relationships/tags" Target="../tags/tag134.xml"/><Relationship Id="rId23" Type="http://schemas.openxmlformats.org/officeDocument/2006/relationships/tags" Target="../tags/tag133.xml"/><Relationship Id="rId22" Type="http://schemas.openxmlformats.org/officeDocument/2006/relationships/image" Target="../media/image12.svg"/><Relationship Id="rId21" Type="http://schemas.openxmlformats.org/officeDocument/2006/relationships/image" Target="../media/image11.png"/><Relationship Id="rId20" Type="http://schemas.openxmlformats.org/officeDocument/2006/relationships/tags" Target="../tags/tag132.xml"/><Relationship Id="rId2" Type="http://schemas.openxmlformats.org/officeDocument/2006/relationships/tags" Target="../tags/tag120.xml"/><Relationship Id="rId19" Type="http://schemas.openxmlformats.org/officeDocument/2006/relationships/tags" Target="../tags/tag131.xml"/><Relationship Id="rId18" Type="http://schemas.openxmlformats.org/officeDocument/2006/relationships/tags" Target="../tags/tag130.xml"/><Relationship Id="rId17" Type="http://schemas.openxmlformats.org/officeDocument/2006/relationships/tags" Target="../tags/tag129.xml"/><Relationship Id="rId16" Type="http://schemas.openxmlformats.org/officeDocument/2006/relationships/image" Target="../media/image10.svg"/><Relationship Id="rId15" Type="http://schemas.openxmlformats.org/officeDocument/2006/relationships/image" Target="../media/image9.png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image" Target="../media/image8.svg"/><Relationship Id="rId10" Type="http://schemas.openxmlformats.org/officeDocument/2006/relationships/image" Target="../media/image7.png"/><Relationship Id="rId1" Type="http://schemas.openxmlformats.org/officeDocument/2006/relationships/tags" Target="../tags/tag1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2" Type="http://schemas.openxmlformats.org/officeDocument/2006/relationships/slideLayout" Target="../slideLayouts/slideLayout6.xml"/><Relationship Id="rId31" Type="http://schemas.openxmlformats.org/officeDocument/2006/relationships/tags" Target="../tags/tag185.xml"/><Relationship Id="rId30" Type="http://schemas.openxmlformats.org/officeDocument/2006/relationships/tags" Target="../tags/tag184.xml"/><Relationship Id="rId3" Type="http://schemas.openxmlformats.org/officeDocument/2006/relationships/tags" Target="../tags/tag157.xml"/><Relationship Id="rId29" Type="http://schemas.openxmlformats.org/officeDocument/2006/relationships/tags" Target="../tags/tag183.xml"/><Relationship Id="rId28" Type="http://schemas.openxmlformats.org/officeDocument/2006/relationships/tags" Target="../tags/tag182.xml"/><Relationship Id="rId27" Type="http://schemas.openxmlformats.org/officeDocument/2006/relationships/tags" Target="../tags/tag181.xml"/><Relationship Id="rId26" Type="http://schemas.openxmlformats.org/officeDocument/2006/relationships/tags" Target="../tags/tag180.xml"/><Relationship Id="rId25" Type="http://schemas.openxmlformats.org/officeDocument/2006/relationships/tags" Target="../tags/tag179.xml"/><Relationship Id="rId24" Type="http://schemas.openxmlformats.org/officeDocument/2006/relationships/tags" Target="../tags/tag178.xml"/><Relationship Id="rId23" Type="http://schemas.openxmlformats.org/officeDocument/2006/relationships/tags" Target="../tags/tag177.xml"/><Relationship Id="rId22" Type="http://schemas.openxmlformats.org/officeDocument/2006/relationships/tags" Target="../tags/tag176.xml"/><Relationship Id="rId21" Type="http://schemas.openxmlformats.org/officeDocument/2006/relationships/tags" Target="../tags/tag175.xml"/><Relationship Id="rId20" Type="http://schemas.openxmlformats.org/officeDocument/2006/relationships/tags" Target="../tags/tag174.xml"/><Relationship Id="rId2" Type="http://schemas.openxmlformats.org/officeDocument/2006/relationships/tags" Target="../tags/tag156.xml"/><Relationship Id="rId19" Type="http://schemas.openxmlformats.org/officeDocument/2006/relationships/tags" Target="../tags/tag173.xml"/><Relationship Id="rId18" Type="http://schemas.openxmlformats.org/officeDocument/2006/relationships/tags" Target="../tags/tag172.xml"/><Relationship Id="rId17" Type="http://schemas.openxmlformats.org/officeDocument/2006/relationships/tags" Target="../tags/tag171.xml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6" Type="http://schemas.openxmlformats.org/officeDocument/2006/relationships/slideLayout" Target="../slideLayouts/slideLayout6.xml"/><Relationship Id="rId45" Type="http://schemas.openxmlformats.org/officeDocument/2006/relationships/tags" Target="../tags/tag216.xml"/><Relationship Id="rId44" Type="http://schemas.openxmlformats.org/officeDocument/2006/relationships/tags" Target="../tags/tag215.xml"/><Relationship Id="rId43" Type="http://schemas.openxmlformats.org/officeDocument/2006/relationships/tags" Target="../tags/tag214.xml"/><Relationship Id="rId42" Type="http://schemas.openxmlformats.org/officeDocument/2006/relationships/tags" Target="../tags/tag213.xml"/><Relationship Id="rId41" Type="http://schemas.openxmlformats.org/officeDocument/2006/relationships/image" Target="../media/image38.svg"/><Relationship Id="rId40" Type="http://schemas.openxmlformats.org/officeDocument/2006/relationships/image" Target="../media/image37.png"/><Relationship Id="rId4" Type="http://schemas.openxmlformats.org/officeDocument/2006/relationships/tags" Target="../tags/tag189.xml"/><Relationship Id="rId39" Type="http://schemas.openxmlformats.org/officeDocument/2006/relationships/tags" Target="../tags/tag212.xml"/><Relationship Id="rId38" Type="http://schemas.openxmlformats.org/officeDocument/2006/relationships/tags" Target="../tags/tag211.xml"/><Relationship Id="rId37" Type="http://schemas.openxmlformats.org/officeDocument/2006/relationships/tags" Target="../tags/tag210.xml"/><Relationship Id="rId36" Type="http://schemas.openxmlformats.org/officeDocument/2006/relationships/tags" Target="../tags/tag209.xml"/><Relationship Id="rId35" Type="http://schemas.openxmlformats.org/officeDocument/2006/relationships/image" Target="../media/image36.svg"/><Relationship Id="rId34" Type="http://schemas.openxmlformats.org/officeDocument/2006/relationships/image" Target="../media/image35.png"/><Relationship Id="rId33" Type="http://schemas.openxmlformats.org/officeDocument/2006/relationships/tags" Target="../tags/tag208.xml"/><Relationship Id="rId32" Type="http://schemas.openxmlformats.org/officeDocument/2006/relationships/tags" Target="../tags/tag207.xml"/><Relationship Id="rId31" Type="http://schemas.openxmlformats.org/officeDocument/2006/relationships/tags" Target="../tags/tag206.xml"/><Relationship Id="rId30" Type="http://schemas.openxmlformats.org/officeDocument/2006/relationships/image" Target="../media/image34.svg"/><Relationship Id="rId3" Type="http://schemas.openxmlformats.org/officeDocument/2006/relationships/tags" Target="../tags/tag188.xml"/><Relationship Id="rId29" Type="http://schemas.openxmlformats.org/officeDocument/2006/relationships/image" Target="../media/image33.png"/><Relationship Id="rId28" Type="http://schemas.openxmlformats.org/officeDocument/2006/relationships/tags" Target="../tags/tag205.xml"/><Relationship Id="rId27" Type="http://schemas.openxmlformats.org/officeDocument/2006/relationships/tags" Target="../tags/tag204.xml"/><Relationship Id="rId26" Type="http://schemas.openxmlformats.org/officeDocument/2006/relationships/tags" Target="../tags/tag203.xml"/><Relationship Id="rId25" Type="http://schemas.openxmlformats.org/officeDocument/2006/relationships/tags" Target="../tags/tag202.xml"/><Relationship Id="rId24" Type="http://schemas.openxmlformats.org/officeDocument/2006/relationships/tags" Target="../tags/tag201.xml"/><Relationship Id="rId23" Type="http://schemas.openxmlformats.org/officeDocument/2006/relationships/image" Target="../media/image32.svg"/><Relationship Id="rId22" Type="http://schemas.openxmlformats.org/officeDocument/2006/relationships/image" Target="../media/image31.png"/><Relationship Id="rId21" Type="http://schemas.openxmlformats.org/officeDocument/2006/relationships/tags" Target="../tags/tag200.xml"/><Relationship Id="rId20" Type="http://schemas.openxmlformats.org/officeDocument/2006/relationships/tags" Target="../tags/tag199.xml"/><Relationship Id="rId2" Type="http://schemas.openxmlformats.org/officeDocument/2006/relationships/tags" Target="../tags/tag187.xml"/><Relationship Id="rId19" Type="http://schemas.openxmlformats.org/officeDocument/2006/relationships/tags" Target="../tags/tag198.xml"/><Relationship Id="rId18" Type="http://schemas.openxmlformats.org/officeDocument/2006/relationships/tags" Target="../tags/tag197.xml"/><Relationship Id="rId17" Type="http://schemas.openxmlformats.org/officeDocument/2006/relationships/image" Target="../media/image30.svg"/><Relationship Id="rId16" Type="http://schemas.openxmlformats.org/officeDocument/2006/relationships/image" Target="../media/image29.png"/><Relationship Id="rId15" Type="http://schemas.openxmlformats.org/officeDocument/2006/relationships/tags" Target="../tags/tag196.xml"/><Relationship Id="rId14" Type="http://schemas.openxmlformats.org/officeDocument/2006/relationships/tags" Target="../tags/tag195.xml"/><Relationship Id="rId13" Type="http://schemas.openxmlformats.org/officeDocument/2006/relationships/tags" Target="../tags/tag194.xml"/><Relationship Id="rId12" Type="http://schemas.openxmlformats.org/officeDocument/2006/relationships/tags" Target="../tags/tag193.xml"/><Relationship Id="rId11" Type="http://schemas.openxmlformats.org/officeDocument/2006/relationships/image" Target="../media/image28.svg"/><Relationship Id="rId10" Type="http://schemas.openxmlformats.org/officeDocument/2006/relationships/image" Target="../media/image27.png"/><Relationship Id="rId1" Type="http://schemas.openxmlformats.org/officeDocument/2006/relationships/tags" Target="../tags/tag18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tags" Target="../tags/tag225.xml"/><Relationship Id="rId51" Type="http://schemas.openxmlformats.org/officeDocument/2006/relationships/slideLayout" Target="../slideLayouts/slideLayout6.xml"/><Relationship Id="rId50" Type="http://schemas.openxmlformats.org/officeDocument/2006/relationships/tags" Target="../tags/tag253.xml"/><Relationship Id="rId5" Type="http://schemas.openxmlformats.org/officeDocument/2006/relationships/tags" Target="../tags/tag224.xml"/><Relationship Id="rId49" Type="http://schemas.openxmlformats.org/officeDocument/2006/relationships/image" Target="../media/image54.svg"/><Relationship Id="rId48" Type="http://schemas.openxmlformats.org/officeDocument/2006/relationships/image" Target="../media/image53.png"/><Relationship Id="rId47" Type="http://schemas.openxmlformats.org/officeDocument/2006/relationships/tags" Target="../tags/tag252.xml"/><Relationship Id="rId46" Type="http://schemas.openxmlformats.org/officeDocument/2006/relationships/tags" Target="../tags/tag251.xml"/><Relationship Id="rId45" Type="http://schemas.openxmlformats.org/officeDocument/2006/relationships/tags" Target="../tags/tag250.xml"/><Relationship Id="rId44" Type="http://schemas.openxmlformats.org/officeDocument/2006/relationships/tags" Target="../tags/tag249.xml"/><Relationship Id="rId43" Type="http://schemas.openxmlformats.org/officeDocument/2006/relationships/tags" Target="../tags/tag248.xml"/><Relationship Id="rId42" Type="http://schemas.openxmlformats.org/officeDocument/2006/relationships/tags" Target="../tags/tag247.xml"/><Relationship Id="rId41" Type="http://schemas.openxmlformats.org/officeDocument/2006/relationships/image" Target="../media/image52.svg"/><Relationship Id="rId40" Type="http://schemas.openxmlformats.org/officeDocument/2006/relationships/image" Target="../media/image51.png"/><Relationship Id="rId4" Type="http://schemas.openxmlformats.org/officeDocument/2006/relationships/tags" Target="../tags/tag223.xml"/><Relationship Id="rId39" Type="http://schemas.openxmlformats.org/officeDocument/2006/relationships/tags" Target="../tags/tag246.xml"/><Relationship Id="rId38" Type="http://schemas.openxmlformats.org/officeDocument/2006/relationships/tags" Target="../tags/tag245.xml"/><Relationship Id="rId37" Type="http://schemas.openxmlformats.org/officeDocument/2006/relationships/tags" Target="../tags/tag244.xml"/><Relationship Id="rId36" Type="http://schemas.openxmlformats.org/officeDocument/2006/relationships/image" Target="../media/image50.svg"/><Relationship Id="rId35" Type="http://schemas.openxmlformats.org/officeDocument/2006/relationships/image" Target="../media/image49.png"/><Relationship Id="rId34" Type="http://schemas.openxmlformats.org/officeDocument/2006/relationships/tags" Target="../tags/tag243.xml"/><Relationship Id="rId33" Type="http://schemas.openxmlformats.org/officeDocument/2006/relationships/tags" Target="../tags/tag242.xml"/><Relationship Id="rId32" Type="http://schemas.openxmlformats.org/officeDocument/2006/relationships/tags" Target="../tags/tag241.xml"/><Relationship Id="rId31" Type="http://schemas.openxmlformats.org/officeDocument/2006/relationships/tags" Target="../tags/tag240.xml"/><Relationship Id="rId30" Type="http://schemas.openxmlformats.org/officeDocument/2006/relationships/tags" Target="../tags/tag239.xml"/><Relationship Id="rId3" Type="http://schemas.openxmlformats.org/officeDocument/2006/relationships/tags" Target="../tags/tag222.xml"/><Relationship Id="rId29" Type="http://schemas.openxmlformats.org/officeDocument/2006/relationships/image" Target="../media/image48.svg"/><Relationship Id="rId28" Type="http://schemas.openxmlformats.org/officeDocument/2006/relationships/image" Target="../media/image47.png"/><Relationship Id="rId27" Type="http://schemas.openxmlformats.org/officeDocument/2006/relationships/tags" Target="../tags/tag238.xml"/><Relationship Id="rId26" Type="http://schemas.openxmlformats.org/officeDocument/2006/relationships/tags" Target="../tags/tag237.xml"/><Relationship Id="rId25" Type="http://schemas.openxmlformats.org/officeDocument/2006/relationships/tags" Target="../tags/tag236.xml"/><Relationship Id="rId24" Type="http://schemas.openxmlformats.org/officeDocument/2006/relationships/tags" Target="../tags/tag235.xml"/><Relationship Id="rId23" Type="http://schemas.openxmlformats.org/officeDocument/2006/relationships/image" Target="../media/image46.svg"/><Relationship Id="rId22" Type="http://schemas.openxmlformats.org/officeDocument/2006/relationships/image" Target="../media/image45.png"/><Relationship Id="rId21" Type="http://schemas.openxmlformats.org/officeDocument/2006/relationships/tags" Target="../tags/tag234.xml"/><Relationship Id="rId20" Type="http://schemas.openxmlformats.org/officeDocument/2006/relationships/tags" Target="../tags/tag233.xml"/><Relationship Id="rId2" Type="http://schemas.openxmlformats.org/officeDocument/2006/relationships/tags" Target="../tags/tag221.xml"/><Relationship Id="rId19" Type="http://schemas.openxmlformats.org/officeDocument/2006/relationships/tags" Target="../tags/tag232.xml"/><Relationship Id="rId18" Type="http://schemas.openxmlformats.org/officeDocument/2006/relationships/image" Target="../media/image44.svg"/><Relationship Id="rId17" Type="http://schemas.openxmlformats.org/officeDocument/2006/relationships/image" Target="../media/image43.png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image" Target="../media/image42.svg"/><Relationship Id="rId12" Type="http://schemas.openxmlformats.org/officeDocument/2006/relationships/image" Target="../media/image41.png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tags" Target="../tags/tag22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60.xml"/><Relationship Id="rId8" Type="http://schemas.openxmlformats.org/officeDocument/2006/relationships/tags" Target="../tags/tag259.xml"/><Relationship Id="rId7" Type="http://schemas.openxmlformats.org/officeDocument/2006/relationships/tags" Target="../tags/tag258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tags" Target="../tags/tag257.xml"/><Relationship Id="rId35" Type="http://schemas.openxmlformats.org/officeDocument/2006/relationships/slideLayout" Target="../slideLayouts/slideLayout6.xml"/><Relationship Id="rId34" Type="http://schemas.openxmlformats.org/officeDocument/2006/relationships/tags" Target="../tags/tag279.xml"/><Relationship Id="rId33" Type="http://schemas.openxmlformats.org/officeDocument/2006/relationships/image" Target="../media/image62.svg"/><Relationship Id="rId32" Type="http://schemas.openxmlformats.org/officeDocument/2006/relationships/image" Target="../media/image61.png"/><Relationship Id="rId31" Type="http://schemas.openxmlformats.org/officeDocument/2006/relationships/tags" Target="../tags/tag278.xml"/><Relationship Id="rId30" Type="http://schemas.openxmlformats.org/officeDocument/2006/relationships/tags" Target="../tags/tag277.xml"/><Relationship Id="rId3" Type="http://schemas.openxmlformats.org/officeDocument/2006/relationships/tags" Target="../tags/tag256.xml"/><Relationship Id="rId29" Type="http://schemas.openxmlformats.org/officeDocument/2006/relationships/tags" Target="../tags/tag276.xml"/><Relationship Id="rId28" Type="http://schemas.openxmlformats.org/officeDocument/2006/relationships/image" Target="../media/image60.svg"/><Relationship Id="rId27" Type="http://schemas.openxmlformats.org/officeDocument/2006/relationships/image" Target="../media/image59.png"/><Relationship Id="rId26" Type="http://schemas.openxmlformats.org/officeDocument/2006/relationships/tags" Target="../tags/tag275.xml"/><Relationship Id="rId25" Type="http://schemas.openxmlformats.org/officeDocument/2006/relationships/tags" Target="../tags/tag274.xml"/><Relationship Id="rId24" Type="http://schemas.openxmlformats.org/officeDocument/2006/relationships/tags" Target="../tags/tag273.xml"/><Relationship Id="rId23" Type="http://schemas.openxmlformats.org/officeDocument/2006/relationships/image" Target="../media/image58.svg"/><Relationship Id="rId22" Type="http://schemas.openxmlformats.org/officeDocument/2006/relationships/image" Target="../media/image57.png"/><Relationship Id="rId21" Type="http://schemas.openxmlformats.org/officeDocument/2006/relationships/tags" Target="../tags/tag272.xml"/><Relationship Id="rId20" Type="http://schemas.openxmlformats.org/officeDocument/2006/relationships/tags" Target="../tags/tag271.xml"/><Relationship Id="rId2" Type="http://schemas.openxmlformats.org/officeDocument/2006/relationships/tags" Target="../tags/tag255.xml"/><Relationship Id="rId19" Type="http://schemas.openxmlformats.org/officeDocument/2006/relationships/tags" Target="../tags/tag270.xml"/><Relationship Id="rId18" Type="http://schemas.openxmlformats.org/officeDocument/2006/relationships/tags" Target="../tags/tag269.xml"/><Relationship Id="rId17" Type="http://schemas.openxmlformats.org/officeDocument/2006/relationships/tags" Target="../tags/tag268.xml"/><Relationship Id="rId16" Type="http://schemas.openxmlformats.org/officeDocument/2006/relationships/tags" Target="../tags/tag267.xml"/><Relationship Id="rId15" Type="http://schemas.openxmlformats.org/officeDocument/2006/relationships/tags" Target="../tags/tag266.xml"/><Relationship Id="rId14" Type="http://schemas.openxmlformats.org/officeDocument/2006/relationships/tags" Target="../tags/tag265.xml"/><Relationship Id="rId13" Type="http://schemas.openxmlformats.org/officeDocument/2006/relationships/tags" Target="../tags/tag264.xml"/><Relationship Id="rId12" Type="http://schemas.openxmlformats.org/officeDocument/2006/relationships/tags" Target="../tags/tag263.xml"/><Relationship Id="rId11" Type="http://schemas.openxmlformats.org/officeDocument/2006/relationships/tags" Target="../tags/tag262.xml"/><Relationship Id="rId10" Type="http://schemas.openxmlformats.org/officeDocument/2006/relationships/tags" Target="../tags/tag261.xml"/><Relationship Id="rId1" Type="http://schemas.openxmlformats.org/officeDocument/2006/relationships/tags" Target="../tags/tag25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86.xml"/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image" Target="../media/image64.svg"/><Relationship Id="rId50" Type="http://schemas.openxmlformats.org/officeDocument/2006/relationships/slideLayout" Target="../slideLayouts/slideLayout6.xml"/><Relationship Id="rId5" Type="http://schemas.openxmlformats.org/officeDocument/2006/relationships/image" Target="../media/image63.png"/><Relationship Id="rId49" Type="http://schemas.openxmlformats.org/officeDocument/2006/relationships/tags" Target="../tags/tag316.xml"/><Relationship Id="rId48" Type="http://schemas.openxmlformats.org/officeDocument/2006/relationships/tags" Target="../tags/tag315.xml"/><Relationship Id="rId47" Type="http://schemas.openxmlformats.org/officeDocument/2006/relationships/tags" Target="../tags/tag314.xml"/><Relationship Id="rId46" Type="http://schemas.openxmlformats.org/officeDocument/2006/relationships/image" Target="../media/image74.svg"/><Relationship Id="rId45" Type="http://schemas.openxmlformats.org/officeDocument/2006/relationships/image" Target="../media/image73.png"/><Relationship Id="rId44" Type="http://schemas.openxmlformats.org/officeDocument/2006/relationships/tags" Target="../tags/tag313.xml"/><Relationship Id="rId43" Type="http://schemas.openxmlformats.org/officeDocument/2006/relationships/tags" Target="../tags/tag312.xml"/><Relationship Id="rId42" Type="http://schemas.openxmlformats.org/officeDocument/2006/relationships/tags" Target="../tags/tag311.xml"/><Relationship Id="rId41" Type="http://schemas.openxmlformats.org/officeDocument/2006/relationships/tags" Target="../tags/tag310.xml"/><Relationship Id="rId40" Type="http://schemas.openxmlformats.org/officeDocument/2006/relationships/tags" Target="../tags/tag309.xml"/><Relationship Id="rId4" Type="http://schemas.openxmlformats.org/officeDocument/2006/relationships/tags" Target="../tags/tag283.xml"/><Relationship Id="rId39" Type="http://schemas.openxmlformats.org/officeDocument/2006/relationships/tags" Target="../tags/tag308.xml"/><Relationship Id="rId38" Type="http://schemas.openxmlformats.org/officeDocument/2006/relationships/image" Target="../media/image72.svg"/><Relationship Id="rId37" Type="http://schemas.openxmlformats.org/officeDocument/2006/relationships/image" Target="../media/image71.png"/><Relationship Id="rId36" Type="http://schemas.openxmlformats.org/officeDocument/2006/relationships/tags" Target="../tags/tag307.xml"/><Relationship Id="rId35" Type="http://schemas.openxmlformats.org/officeDocument/2006/relationships/tags" Target="../tags/tag306.xml"/><Relationship Id="rId34" Type="http://schemas.openxmlformats.org/officeDocument/2006/relationships/tags" Target="../tags/tag305.xml"/><Relationship Id="rId33" Type="http://schemas.openxmlformats.org/officeDocument/2006/relationships/tags" Target="../tags/tag304.xml"/><Relationship Id="rId32" Type="http://schemas.openxmlformats.org/officeDocument/2006/relationships/tags" Target="../tags/tag303.xml"/><Relationship Id="rId31" Type="http://schemas.openxmlformats.org/officeDocument/2006/relationships/tags" Target="../tags/tag302.xml"/><Relationship Id="rId30" Type="http://schemas.openxmlformats.org/officeDocument/2006/relationships/image" Target="../media/image70.svg"/><Relationship Id="rId3" Type="http://schemas.openxmlformats.org/officeDocument/2006/relationships/tags" Target="../tags/tag282.xml"/><Relationship Id="rId29" Type="http://schemas.openxmlformats.org/officeDocument/2006/relationships/image" Target="../media/image69.png"/><Relationship Id="rId28" Type="http://schemas.openxmlformats.org/officeDocument/2006/relationships/tags" Target="../tags/tag301.xml"/><Relationship Id="rId27" Type="http://schemas.openxmlformats.org/officeDocument/2006/relationships/tags" Target="../tags/tag300.xml"/><Relationship Id="rId26" Type="http://schemas.openxmlformats.org/officeDocument/2006/relationships/tags" Target="../tags/tag299.xml"/><Relationship Id="rId25" Type="http://schemas.openxmlformats.org/officeDocument/2006/relationships/tags" Target="../tags/tag298.xml"/><Relationship Id="rId24" Type="http://schemas.openxmlformats.org/officeDocument/2006/relationships/tags" Target="../tags/tag297.xml"/><Relationship Id="rId23" Type="http://schemas.openxmlformats.org/officeDocument/2006/relationships/tags" Target="../tags/tag296.xml"/><Relationship Id="rId22" Type="http://schemas.openxmlformats.org/officeDocument/2006/relationships/image" Target="../media/image68.svg"/><Relationship Id="rId21" Type="http://schemas.openxmlformats.org/officeDocument/2006/relationships/image" Target="../media/image67.png"/><Relationship Id="rId20" Type="http://schemas.openxmlformats.org/officeDocument/2006/relationships/tags" Target="../tags/tag295.xml"/><Relationship Id="rId2" Type="http://schemas.openxmlformats.org/officeDocument/2006/relationships/tags" Target="../tags/tag281.xml"/><Relationship Id="rId19" Type="http://schemas.openxmlformats.org/officeDocument/2006/relationships/tags" Target="../tags/tag294.xml"/><Relationship Id="rId18" Type="http://schemas.openxmlformats.org/officeDocument/2006/relationships/tags" Target="../tags/tag293.xml"/><Relationship Id="rId17" Type="http://schemas.openxmlformats.org/officeDocument/2006/relationships/tags" Target="../tags/tag292.xml"/><Relationship Id="rId16" Type="http://schemas.openxmlformats.org/officeDocument/2006/relationships/tags" Target="../tags/tag291.xml"/><Relationship Id="rId15" Type="http://schemas.openxmlformats.org/officeDocument/2006/relationships/tags" Target="../tags/tag290.xml"/><Relationship Id="rId14" Type="http://schemas.openxmlformats.org/officeDocument/2006/relationships/image" Target="../media/image66.svg"/><Relationship Id="rId13" Type="http://schemas.openxmlformats.org/officeDocument/2006/relationships/image" Target="../media/image65.png"/><Relationship Id="rId12" Type="http://schemas.openxmlformats.org/officeDocument/2006/relationships/tags" Target="../tags/tag289.xml"/><Relationship Id="rId11" Type="http://schemas.openxmlformats.org/officeDocument/2006/relationships/tags" Target="../tags/tag288.xml"/><Relationship Id="rId10" Type="http://schemas.openxmlformats.org/officeDocument/2006/relationships/tags" Target="../tags/tag287.xml"/><Relationship Id="rId1" Type="http://schemas.openxmlformats.org/officeDocument/2006/relationships/tags" Target="../tags/tag28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tags" Target="../tags/tag31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tags" Target="../tags/tag323.xml"/><Relationship Id="rId66" Type="http://schemas.openxmlformats.org/officeDocument/2006/relationships/slideLayout" Target="../slideLayouts/slideLayout6.xml"/><Relationship Id="rId65" Type="http://schemas.openxmlformats.org/officeDocument/2006/relationships/tags" Target="../tags/tag365.xml"/><Relationship Id="rId64" Type="http://schemas.openxmlformats.org/officeDocument/2006/relationships/tags" Target="../tags/tag364.xml"/><Relationship Id="rId63" Type="http://schemas.openxmlformats.org/officeDocument/2006/relationships/image" Target="../media/image91.svg"/><Relationship Id="rId62" Type="http://schemas.openxmlformats.org/officeDocument/2006/relationships/image" Target="../media/image90.png"/><Relationship Id="rId61" Type="http://schemas.openxmlformats.org/officeDocument/2006/relationships/tags" Target="../tags/tag363.xml"/><Relationship Id="rId60" Type="http://schemas.openxmlformats.org/officeDocument/2006/relationships/tags" Target="../tags/tag362.xml"/><Relationship Id="rId6" Type="http://schemas.openxmlformats.org/officeDocument/2006/relationships/image" Target="../media/image76.svg"/><Relationship Id="rId59" Type="http://schemas.openxmlformats.org/officeDocument/2006/relationships/tags" Target="../tags/tag361.xml"/><Relationship Id="rId58" Type="http://schemas.openxmlformats.org/officeDocument/2006/relationships/tags" Target="../tags/tag360.xml"/><Relationship Id="rId57" Type="http://schemas.openxmlformats.org/officeDocument/2006/relationships/image" Target="../media/image89.svg"/><Relationship Id="rId56" Type="http://schemas.openxmlformats.org/officeDocument/2006/relationships/image" Target="../media/image88.png"/><Relationship Id="rId55" Type="http://schemas.openxmlformats.org/officeDocument/2006/relationships/tags" Target="../tags/tag359.xml"/><Relationship Id="rId54" Type="http://schemas.openxmlformats.org/officeDocument/2006/relationships/tags" Target="../tags/tag358.xml"/><Relationship Id="rId53" Type="http://schemas.openxmlformats.org/officeDocument/2006/relationships/tags" Target="../tags/tag357.xml"/><Relationship Id="rId52" Type="http://schemas.openxmlformats.org/officeDocument/2006/relationships/tags" Target="../tags/tag356.xml"/><Relationship Id="rId51" Type="http://schemas.openxmlformats.org/officeDocument/2006/relationships/image" Target="../media/image87.svg"/><Relationship Id="rId50" Type="http://schemas.openxmlformats.org/officeDocument/2006/relationships/image" Target="../media/image86.png"/><Relationship Id="rId5" Type="http://schemas.openxmlformats.org/officeDocument/2006/relationships/image" Target="../media/image75.png"/><Relationship Id="rId49" Type="http://schemas.openxmlformats.org/officeDocument/2006/relationships/tags" Target="../tags/tag355.xml"/><Relationship Id="rId48" Type="http://schemas.openxmlformats.org/officeDocument/2006/relationships/tags" Target="../tags/tag354.xml"/><Relationship Id="rId47" Type="http://schemas.openxmlformats.org/officeDocument/2006/relationships/tags" Target="../tags/tag353.xml"/><Relationship Id="rId46" Type="http://schemas.openxmlformats.org/officeDocument/2006/relationships/image" Target="../media/image85.svg"/><Relationship Id="rId45" Type="http://schemas.openxmlformats.org/officeDocument/2006/relationships/image" Target="../media/image84.png"/><Relationship Id="rId44" Type="http://schemas.openxmlformats.org/officeDocument/2006/relationships/tags" Target="../tags/tag352.xml"/><Relationship Id="rId43" Type="http://schemas.openxmlformats.org/officeDocument/2006/relationships/tags" Target="../tags/tag351.xml"/><Relationship Id="rId42" Type="http://schemas.openxmlformats.org/officeDocument/2006/relationships/tags" Target="../tags/tag350.xml"/><Relationship Id="rId41" Type="http://schemas.openxmlformats.org/officeDocument/2006/relationships/tags" Target="../tags/tag349.xml"/><Relationship Id="rId40" Type="http://schemas.openxmlformats.org/officeDocument/2006/relationships/tags" Target="../tags/tag348.xml"/><Relationship Id="rId4" Type="http://schemas.openxmlformats.org/officeDocument/2006/relationships/tags" Target="../tags/tag322.xml"/><Relationship Id="rId39" Type="http://schemas.openxmlformats.org/officeDocument/2006/relationships/tags" Target="../tags/tag347.xml"/><Relationship Id="rId38" Type="http://schemas.openxmlformats.org/officeDocument/2006/relationships/tags" Target="../tags/tag346.xml"/><Relationship Id="rId37" Type="http://schemas.openxmlformats.org/officeDocument/2006/relationships/tags" Target="../tags/tag345.xml"/><Relationship Id="rId36" Type="http://schemas.openxmlformats.org/officeDocument/2006/relationships/tags" Target="../tags/tag344.xml"/><Relationship Id="rId35" Type="http://schemas.openxmlformats.org/officeDocument/2006/relationships/tags" Target="../tags/tag343.xml"/><Relationship Id="rId34" Type="http://schemas.openxmlformats.org/officeDocument/2006/relationships/tags" Target="../tags/tag342.xml"/><Relationship Id="rId33" Type="http://schemas.openxmlformats.org/officeDocument/2006/relationships/image" Target="../media/image83.svg"/><Relationship Id="rId32" Type="http://schemas.openxmlformats.org/officeDocument/2006/relationships/image" Target="../media/image82.png"/><Relationship Id="rId31" Type="http://schemas.openxmlformats.org/officeDocument/2006/relationships/tags" Target="../tags/tag341.xml"/><Relationship Id="rId30" Type="http://schemas.openxmlformats.org/officeDocument/2006/relationships/tags" Target="../tags/tag340.xml"/><Relationship Id="rId3" Type="http://schemas.openxmlformats.org/officeDocument/2006/relationships/tags" Target="../tags/tag321.xml"/><Relationship Id="rId29" Type="http://schemas.openxmlformats.org/officeDocument/2006/relationships/tags" Target="../tags/tag339.xml"/><Relationship Id="rId28" Type="http://schemas.openxmlformats.org/officeDocument/2006/relationships/tags" Target="../tags/tag338.xml"/><Relationship Id="rId27" Type="http://schemas.openxmlformats.org/officeDocument/2006/relationships/image" Target="../media/image81.svg"/><Relationship Id="rId26" Type="http://schemas.openxmlformats.org/officeDocument/2006/relationships/image" Target="../media/image80.png"/><Relationship Id="rId25" Type="http://schemas.openxmlformats.org/officeDocument/2006/relationships/tags" Target="../tags/tag337.xml"/><Relationship Id="rId24" Type="http://schemas.openxmlformats.org/officeDocument/2006/relationships/tags" Target="../tags/tag336.xml"/><Relationship Id="rId23" Type="http://schemas.openxmlformats.org/officeDocument/2006/relationships/tags" Target="../tags/tag335.xml"/><Relationship Id="rId22" Type="http://schemas.openxmlformats.org/officeDocument/2006/relationships/tags" Target="../tags/tag334.xml"/><Relationship Id="rId21" Type="http://schemas.openxmlformats.org/officeDocument/2006/relationships/tags" Target="../tags/tag333.xml"/><Relationship Id="rId20" Type="http://schemas.openxmlformats.org/officeDocument/2006/relationships/tags" Target="../tags/tag332.xml"/><Relationship Id="rId2" Type="http://schemas.openxmlformats.org/officeDocument/2006/relationships/tags" Target="../tags/tag320.xml"/><Relationship Id="rId19" Type="http://schemas.openxmlformats.org/officeDocument/2006/relationships/tags" Target="../tags/tag331.xml"/><Relationship Id="rId18" Type="http://schemas.openxmlformats.org/officeDocument/2006/relationships/tags" Target="../tags/tag330.xml"/><Relationship Id="rId17" Type="http://schemas.openxmlformats.org/officeDocument/2006/relationships/image" Target="../media/image79.svg"/><Relationship Id="rId16" Type="http://schemas.openxmlformats.org/officeDocument/2006/relationships/image" Target="../media/image78.png"/><Relationship Id="rId15" Type="http://schemas.openxmlformats.org/officeDocument/2006/relationships/tags" Target="../tags/tag329.xml"/><Relationship Id="rId14" Type="http://schemas.openxmlformats.org/officeDocument/2006/relationships/tags" Target="../tags/tag328.xml"/><Relationship Id="rId13" Type="http://schemas.openxmlformats.org/officeDocument/2006/relationships/tags" Target="../tags/tag327.xml"/><Relationship Id="rId12" Type="http://schemas.openxmlformats.org/officeDocument/2006/relationships/image" Target="../media/image77.svg"/><Relationship Id="rId11" Type="http://schemas.openxmlformats.org/officeDocument/2006/relationships/image" Target="../media/image67.png"/><Relationship Id="rId10" Type="http://schemas.openxmlformats.org/officeDocument/2006/relationships/tags" Target="../tags/tag326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tags" Target="../tags/tag372.xml"/><Relationship Id="rId7" Type="http://schemas.openxmlformats.org/officeDocument/2006/relationships/tags" Target="../tags/tag371.xml"/><Relationship Id="rId6" Type="http://schemas.openxmlformats.org/officeDocument/2006/relationships/tags" Target="../tags/tag370.xml"/><Relationship Id="rId5" Type="http://schemas.openxmlformats.org/officeDocument/2006/relationships/tags" Target="../tags/tag369.xml"/><Relationship Id="rId43" Type="http://schemas.openxmlformats.org/officeDocument/2006/relationships/slideLayout" Target="../slideLayouts/slideLayout6.xml"/><Relationship Id="rId42" Type="http://schemas.openxmlformats.org/officeDocument/2006/relationships/tags" Target="../tags/tag396.xml"/><Relationship Id="rId41" Type="http://schemas.openxmlformats.org/officeDocument/2006/relationships/tags" Target="../tags/tag395.xml"/><Relationship Id="rId40" Type="http://schemas.openxmlformats.org/officeDocument/2006/relationships/tags" Target="../tags/tag394.xml"/><Relationship Id="rId4" Type="http://schemas.openxmlformats.org/officeDocument/2006/relationships/tags" Target="../tags/tag368.xml"/><Relationship Id="rId39" Type="http://schemas.openxmlformats.org/officeDocument/2006/relationships/tags" Target="../tags/tag393.xml"/><Relationship Id="rId38" Type="http://schemas.openxmlformats.org/officeDocument/2006/relationships/tags" Target="../tags/tag392.xml"/><Relationship Id="rId37" Type="http://schemas.openxmlformats.org/officeDocument/2006/relationships/tags" Target="../tags/tag391.xml"/><Relationship Id="rId36" Type="http://schemas.openxmlformats.org/officeDocument/2006/relationships/tags" Target="../tags/tag390.xml"/><Relationship Id="rId35" Type="http://schemas.openxmlformats.org/officeDocument/2006/relationships/tags" Target="../tags/tag389.xml"/><Relationship Id="rId34" Type="http://schemas.openxmlformats.org/officeDocument/2006/relationships/image" Target="../media/image101.svg"/><Relationship Id="rId33" Type="http://schemas.openxmlformats.org/officeDocument/2006/relationships/image" Target="../media/image100.png"/><Relationship Id="rId32" Type="http://schemas.openxmlformats.org/officeDocument/2006/relationships/tags" Target="../tags/tag388.xml"/><Relationship Id="rId31" Type="http://schemas.openxmlformats.org/officeDocument/2006/relationships/tags" Target="../tags/tag387.xml"/><Relationship Id="rId30" Type="http://schemas.openxmlformats.org/officeDocument/2006/relationships/tags" Target="../tags/tag386.xml"/><Relationship Id="rId3" Type="http://schemas.openxmlformats.org/officeDocument/2006/relationships/tags" Target="../tags/tag367.xml"/><Relationship Id="rId29" Type="http://schemas.openxmlformats.org/officeDocument/2006/relationships/tags" Target="../tags/tag385.xml"/><Relationship Id="rId28" Type="http://schemas.openxmlformats.org/officeDocument/2006/relationships/image" Target="../media/image99.svg"/><Relationship Id="rId27" Type="http://schemas.openxmlformats.org/officeDocument/2006/relationships/image" Target="../media/image98.png"/><Relationship Id="rId26" Type="http://schemas.openxmlformats.org/officeDocument/2006/relationships/tags" Target="../tags/tag384.xml"/><Relationship Id="rId25" Type="http://schemas.openxmlformats.org/officeDocument/2006/relationships/tags" Target="../tags/tag383.xml"/><Relationship Id="rId24" Type="http://schemas.openxmlformats.org/officeDocument/2006/relationships/tags" Target="../tags/tag382.xml"/><Relationship Id="rId23" Type="http://schemas.openxmlformats.org/officeDocument/2006/relationships/tags" Target="../tags/tag381.xml"/><Relationship Id="rId22" Type="http://schemas.openxmlformats.org/officeDocument/2006/relationships/image" Target="../media/image97.svg"/><Relationship Id="rId21" Type="http://schemas.openxmlformats.org/officeDocument/2006/relationships/image" Target="../media/image96.png"/><Relationship Id="rId20" Type="http://schemas.openxmlformats.org/officeDocument/2006/relationships/tags" Target="../tags/tag380.xml"/><Relationship Id="rId2" Type="http://schemas.openxmlformats.org/officeDocument/2006/relationships/tags" Target="../tags/tag366.xml"/><Relationship Id="rId19" Type="http://schemas.openxmlformats.org/officeDocument/2006/relationships/tags" Target="../tags/tag379.xml"/><Relationship Id="rId18" Type="http://schemas.openxmlformats.org/officeDocument/2006/relationships/tags" Target="../tags/tag378.xml"/><Relationship Id="rId17" Type="http://schemas.openxmlformats.org/officeDocument/2006/relationships/tags" Target="../tags/tag377.xml"/><Relationship Id="rId16" Type="http://schemas.openxmlformats.org/officeDocument/2006/relationships/image" Target="../media/image95.svg"/><Relationship Id="rId15" Type="http://schemas.openxmlformats.org/officeDocument/2006/relationships/image" Target="../media/image94.png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image" Target="../media/image93.svg"/><Relationship Id="rId1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3.xml"/><Relationship Id="rId8" Type="http://schemas.openxmlformats.org/officeDocument/2006/relationships/tags" Target="../tags/tag402.xml"/><Relationship Id="rId7" Type="http://schemas.openxmlformats.org/officeDocument/2006/relationships/tags" Target="../tags/tag401.xml"/><Relationship Id="rId6" Type="http://schemas.openxmlformats.org/officeDocument/2006/relationships/image" Target="../media/image103.svg"/><Relationship Id="rId50" Type="http://schemas.openxmlformats.org/officeDocument/2006/relationships/slideLayout" Target="../slideLayouts/slideLayout6.xml"/><Relationship Id="rId5" Type="http://schemas.openxmlformats.org/officeDocument/2006/relationships/image" Target="../media/image102.png"/><Relationship Id="rId49" Type="http://schemas.openxmlformats.org/officeDocument/2006/relationships/image" Target="../media/image104.png"/><Relationship Id="rId48" Type="http://schemas.openxmlformats.org/officeDocument/2006/relationships/tags" Target="../tags/tag442.xml"/><Relationship Id="rId47" Type="http://schemas.openxmlformats.org/officeDocument/2006/relationships/tags" Target="../tags/tag441.xml"/><Relationship Id="rId46" Type="http://schemas.openxmlformats.org/officeDocument/2006/relationships/tags" Target="../tags/tag440.xml"/><Relationship Id="rId45" Type="http://schemas.openxmlformats.org/officeDocument/2006/relationships/tags" Target="../tags/tag439.xml"/><Relationship Id="rId44" Type="http://schemas.openxmlformats.org/officeDocument/2006/relationships/tags" Target="../tags/tag438.xml"/><Relationship Id="rId43" Type="http://schemas.openxmlformats.org/officeDocument/2006/relationships/tags" Target="../tags/tag437.xml"/><Relationship Id="rId42" Type="http://schemas.openxmlformats.org/officeDocument/2006/relationships/tags" Target="../tags/tag436.xml"/><Relationship Id="rId41" Type="http://schemas.openxmlformats.org/officeDocument/2006/relationships/tags" Target="../tags/tag435.xml"/><Relationship Id="rId40" Type="http://schemas.openxmlformats.org/officeDocument/2006/relationships/tags" Target="../tags/tag434.xml"/><Relationship Id="rId4" Type="http://schemas.openxmlformats.org/officeDocument/2006/relationships/tags" Target="../tags/tag400.xml"/><Relationship Id="rId39" Type="http://schemas.openxmlformats.org/officeDocument/2006/relationships/tags" Target="../tags/tag433.xml"/><Relationship Id="rId38" Type="http://schemas.openxmlformats.org/officeDocument/2006/relationships/tags" Target="../tags/tag432.xml"/><Relationship Id="rId37" Type="http://schemas.openxmlformats.org/officeDocument/2006/relationships/tags" Target="../tags/tag431.xml"/><Relationship Id="rId36" Type="http://schemas.openxmlformats.org/officeDocument/2006/relationships/tags" Target="../tags/tag430.xml"/><Relationship Id="rId35" Type="http://schemas.openxmlformats.org/officeDocument/2006/relationships/tags" Target="../tags/tag429.xml"/><Relationship Id="rId34" Type="http://schemas.openxmlformats.org/officeDocument/2006/relationships/tags" Target="../tags/tag428.xml"/><Relationship Id="rId33" Type="http://schemas.openxmlformats.org/officeDocument/2006/relationships/tags" Target="../tags/tag427.xml"/><Relationship Id="rId32" Type="http://schemas.openxmlformats.org/officeDocument/2006/relationships/tags" Target="../tags/tag426.xml"/><Relationship Id="rId31" Type="http://schemas.openxmlformats.org/officeDocument/2006/relationships/tags" Target="../tags/tag425.xml"/><Relationship Id="rId30" Type="http://schemas.openxmlformats.org/officeDocument/2006/relationships/tags" Target="../tags/tag424.xml"/><Relationship Id="rId3" Type="http://schemas.openxmlformats.org/officeDocument/2006/relationships/tags" Target="../tags/tag399.xml"/><Relationship Id="rId29" Type="http://schemas.openxmlformats.org/officeDocument/2006/relationships/tags" Target="../tags/tag423.xml"/><Relationship Id="rId28" Type="http://schemas.openxmlformats.org/officeDocument/2006/relationships/tags" Target="../tags/tag422.xml"/><Relationship Id="rId27" Type="http://schemas.openxmlformats.org/officeDocument/2006/relationships/tags" Target="../tags/tag421.xml"/><Relationship Id="rId26" Type="http://schemas.openxmlformats.org/officeDocument/2006/relationships/tags" Target="../tags/tag420.xml"/><Relationship Id="rId25" Type="http://schemas.openxmlformats.org/officeDocument/2006/relationships/tags" Target="../tags/tag419.xml"/><Relationship Id="rId24" Type="http://schemas.openxmlformats.org/officeDocument/2006/relationships/tags" Target="../tags/tag418.xml"/><Relationship Id="rId23" Type="http://schemas.openxmlformats.org/officeDocument/2006/relationships/tags" Target="../tags/tag417.xml"/><Relationship Id="rId22" Type="http://schemas.openxmlformats.org/officeDocument/2006/relationships/tags" Target="../tags/tag416.xml"/><Relationship Id="rId21" Type="http://schemas.openxmlformats.org/officeDocument/2006/relationships/tags" Target="../tags/tag415.xml"/><Relationship Id="rId20" Type="http://schemas.openxmlformats.org/officeDocument/2006/relationships/tags" Target="../tags/tag414.xml"/><Relationship Id="rId2" Type="http://schemas.openxmlformats.org/officeDocument/2006/relationships/tags" Target="../tags/tag398.xml"/><Relationship Id="rId19" Type="http://schemas.openxmlformats.org/officeDocument/2006/relationships/tags" Target="../tags/tag413.xml"/><Relationship Id="rId18" Type="http://schemas.openxmlformats.org/officeDocument/2006/relationships/tags" Target="../tags/tag412.xml"/><Relationship Id="rId17" Type="http://schemas.openxmlformats.org/officeDocument/2006/relationships/tags" Target="../tags/tag411.xml"/><Relationship Id="rId16" Type="http://schemas.openxmlformats.org/officeDocument/2006/relationships/tags" Target="../tags/tag410.xml"/><Relationship Id="rId15" Type="http://schemas.openxmlformats.org/officeDocument/2006/relationships/tags" Target="../tags/tag409.xml"/><Relationship Id="rId14" Type="http://schemas.openxmlformats.org/officeDocument/2006/relationships/tags" Target="../tags/tag408.xml"/><Relationship Id="rId13" Type="http://schemas.openxmlformats.org/officeDocument/2006/relationships/tags" Target="../tags/tag407.xml"/><Relationship Id="rId12" Type="http://schemas.openxmlformats.org/officeDocument/2006/relationships/tags" Target="../tags/tag406.xml"/><Relationship Id="rId11" Type="http://schemas.openxmlformats.org/officeDocument/2006/relationships/tags" Target="../tags/tag405.xml"/><Relationship Id="rId10" Type="http://schemas.openxmlformats.org/officeDocument/2006/relationships/tags" Target="../tags/tag404.xml"/><Relationship Id="rId1" Type="http://schemas.openxmlformats.org/officeDocument/2006/relationships/tags" Target="../tags/tag39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445.xml"/><Relationship Id="rId2" Type="http://schemas.openxmlformats.org/officeDocument/2006/relationships/tags" Target="../tags/tag444.xml"/><Relationship Id="rId1" Type="http://schemas.openxmlformats.org/officeDocument/2006/relationships/tags" Target="../tags/tag44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52.xml"/><Relationship Id="rId8" Type="http://schemas.openxmlformats.org/officeDocument/2006/relationships/tags" Target="../tags/tag451.xml"/><Relationship Id="rId7" Type="http://schemas.openxmlformats.org/officeDocument/2006/relationships/tags" Target="../tags/tag450.xml"/><Relationship Id="rId6" Type="http://schemas.openxmlformats.org/officeDocument/2006/relationships/image" Target="../media/image106.svg"/><Relationship Id="rId5" Type="http://schemas.openxmlformats.org/officeDocument/2006/relationships/image" Target="../media/image105.png"/><Relationship Id="rId44" Type="http://schemas.openxmlformats.org/officeDocument/2006/relationships/slideLayout" Target="../slideLayouts/slideLayout6.xml"/><Relationship Id="rId43" Type="http://schemas.openxmlformats.org/officeDocument/2006/relationships/image" Target="../media/image117.png"/><Relationship Id="rId42" Type="http://schemas.openxmlformats.org/officeDocument/2006/relationships/tags" Target="../tags/tag475.xml"/><Relationship Id="rId41" Type="http://schemas.openxmlformats.org/officeDocument/2006/relationships/image" Target="../media/image116.svg"/><Relationship Id="rId40" Type="http://schemas.openxmlformats.org/officeDocument/2006/relationships/image" Target="../media/image115.png"/><Relationship Id="rId4" Type="http://schemas.openxmlformats.org/officeDocument/2006/relationships/tags" Target="../tags/tag449.xml"/><Relationship Id="rId39" Type="http://schemas.openxmlformats.org/officeDocument/2006/relationships/tags" Target="../tags/tag474.xml"/><Relationship Id="rId38" Type="http://schemas.openxmlformats.org/officeDocument/2006/relationships/tags" Target="../tags/tag473.xml"/><Relationship Id="rId37" Type="http://schemas.openxmlformats.org/officeDocument/2006/relationships/tags" Target="../tags/tag472.xml"/><Relationship Id="rId36" Type="http://schemas.openxmlformats.org/officeDocument/2006/relationships/image" Target="../media/image114.svg"/><Relationship Id="rId35" Type="http://schemas.openxmlformats.org/officeDocument/2006/relationships/image" Target="../media/image113.png"/><Relationship Id="rId34" Type="http://schemas.openxmlformats.org/officeDocument/2006/relationships/tags" Target="../tags/tag471.xml"/><Relationship Id="rId33" Type="http://schemas.openxmlformats.org/officeDocument/2006/relationships/tags" Target="../tags/tag470.xml"/><Relationship Id="rId32" Type="http://schemas.openxmlformats.org/officeDocument/2006/relationships/tags" Target="../tags/tag469.xml"/><Relationship Id="rId31" Type="http://schemas.openxmlformats.org/officeDocument/2006/relationships/tags" Target="../tags/tag468.xml"/><Relationship Id="rId30" Type="http://schemas.openxmlformats.org/officeDocument/2006/relationships/tags" Target="../tags/tag467.xml"/><Relationship Id="rId3" Type="http://schemas.openxmlformats.org/officeDocument/2006/relationships/tags" Target="../tags/tag448.xml"/><Relationship Id="rId29" Type="http://schemas.openxmlformats.org/officeDocument/2006/relationships/image" Target="../media/image112.svg"/><Relationship Id="rId28" Type="http://schemas.openxmlformats.org/officeDocument/2006/relationships/image" Target="../media/image111.png"/><Relationship Id="rId27" Type="http://schemas.openxmlformats.org/officeDocument/2006/relationships/tags" Target="../tags/tag466.xml"/><Relationship Id="rId26" Type="http://schemas.openxmlformats.org/officeDocument/2006/relationships/tags" Target="../tags/tag465.xml"/><Relationship Id="rId25" Type="http://schemas.openxmlformats.org/officeDocument/2006/relationships/tags" Target="../tags/tag464.xml"/><Relationship Id="rId24" Type="http://schemas.openxmlformats.org/officeDocument/2006/relationships/image" Target="../media/image110.svg"/><Relationship Id="rId23" Type="http://schemas.openxmlformats.org/officeDocument/2006/relationships/image" Target="../media/image109.png"/><Relationship Id="rId22" Type="http://schemas.openxmlformats.org/officeDocument/2006/relationships/tags" Target="../tags/tag463.xml"/><Relationship Id="rId21" Type="http://schemas.openxmlformats.org/officeDocument/2006/relationships/tags" Target="../tags/tag462.xml"/><Relationship Id="rId20" Type="http://schemas.openxmlformats.org/officeDocument/2006/relationships/tags" Target="../tags/tag461.xml"/><Relationship Id="rId2" Type="http://schemas.openxmlformats.org/officeDocument/2006/relationships/tags" Target="../tags/tag447.xml"/><Relationship Id="rId19" Type="http://schemas.openxmlformats.org/officeDocument/2006/relationships/image" Target="../media/image108.svg"/><Relationship Id="rId18" Type="http://schemas.openxmlformats.org/officeDocument/2006/relationships/image" Target="../media/image107.png"/><Relationship Id="rId17" Type="http://schemas.openxmlformats.org/officeDocument/2006/relationships/tags" Target="../tags/tag460.xml"/><Relationship Id="rId16" Type="http://schemas.openxmlformats.org/officeDocument/2006/relationships/tags" Target="../tags/tag459.xml"/><Relationship Id="rId15" Type="http://schemas.openxmlformats.org/officeDocument/2006/relationships/tags" Target="../tags/tag458.xml"/><Relationship Id="rId14" Type="http://schemas.openxmlformats.org/officeDocument/2006/relationships/tags" Target="../tags/tag457.xml"/><Relationship Id="rId13" Type="http://schemas.openxmlformats.org/officeDocument/2006/relationships/tags" Target="../tags/tag456.xml"/><Relationship Id="rId12" Type="http://schemas.openxmlformats.org/officeDocument/2006/relationships/tags" Target="../tags/tag455.xml"/><Relationship Id="rId11" Type="http://schemas.openxmlformats.org/officeDocument/2006/relationships/tags" Target="../tags/tag454.xml"/><Relationship Id="rId10" Type="http://schemas.openxmlformats.org/officeDocument/2006/relationships/tags" Target="../tags/tag453.xml"/><Relationship Id="rId1" Type="http://schemas.openxmlformats.org/officeDocument/2006/relationships/tags" Target="../tags/tag446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82.xml"/><Relationship Id="rId8" Type="http://schemas.openxmlformats.org/officeDocument/2006/relationships/tags" Target="../tags/tag481.xml"/><Relationship Id="rId7" Type="http://schemas.openxmlformats.org/officeDocument/2006/relationships/tags" Target="../tags/tag480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5" Type="http://schemas.openxmlformats.org/officeDocument/2006/relationships/slideLayout" Target="../slideLayouts/slideLayout6.xml"/><Relationship Id="rId24" Type="http://schemas.openxmlformats.org/officeDocument/2006/relationships/image" Target="../media/image122.png"/><Relationship Id="rId23" Type="http://schemas.openxmlformats.org/officeDocument/2006/relationships/tags" Target="../tags/tag490.xml"/><Relationship Id="rId22" Type="http://schemas.openxmlformats.org/officeDocument/2006/relationships/image" Target="../media/image121.svg"/><Relationship Id="rId21" Type="http://schemas.openxmlformats.org/officeDocument/2006/relationships/image" Target="../media/image120.png"/><Relationship Id="rId20" Type="http://schemas.openxmlformats.org/officeDocument/2006/relationships/tags" Target="../tags/tag489.xml"/><Relationship Id="rId2" Type="http://schemas.openxmlformats.org/officeDocument/2006/relationships/tags" Target="../tags/tag477.xml"/><Relationship Id="rId19" Type="http://schemas.openxmlformats.org/officeDocument/2006/relationships/tags" Target="../tags/tag488.xml"/><Relationship Id="rId18" Type="http://schemas.openxmlformats.org/officeDocument/2006/relationships/tags" Target="../tags/tag487.xml"/><Relationship Id="rId17" Type="http://schemas.openxmlformats.org/officeDocument/2006/relationships/image" Target="../media/image54.svg"/><Relationship Id="rId16" Type="http://schemas.openxmlformats.org/officeDocument/2006/relationships/image" Target="../media/image53.png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image" Target="../media/image119.svg"/><Relationship Id="rId11" Type="http://schemas.openxmlformats.org/officeDocument/2006/relationships/image" Target="../media/image118.png"/><Relationship Id="rId10" Type="http://schemas.openxmlformats.org/officeDocument/2006/relationships/tags" Target="../tags/tag483.xml"/><Relationship Id="rId1" Type="http://schemas.openxmlformats.org/officeDocument/2006/relationships/tags" Target="../tags/tag476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97.xml"/><Relationship Id="rId8" Type="http://schemas.openxmlformats.org/officeDocument/2006/relationships/tags" Target="../tags/tag496.xml"/><Relationship Id="rId7" Type="http://schemas.openxmlformats.org/officeDocument/2006/relationships/tags" Target="../tags/tag495.xml"/><Relationship Id="rId6" Type="http://schemas.openxmlformats.org/officeDocument/2006/relationships/image" Target="../media/image68.svg"/><Relationship Id="rId52" Type="http://schemas.openxmlformats.org/officeDocument/2006/relationships/slideLayout" Target="../slideLayouts/slideLayout6.xml"/><Relationship Id="rId51" Type="http://schemas.openxmlformats.org/officeDocument/2006/relationships/image" Target="../media/image137.png"/><Relationship Id="rId50" Type="http://schemas.openxmlformats.org/officeDocument/2006/relationships/tags" Target="../tags/tag522.xml"/><Relationship Id="rId5" Type="http://schemas.openxmlformats.org/officeDocument/2006/relationships/image" Target="../media/image67.png"/><Relationship Id="rId49" Type="http://schemas.openxmlformats.org/officeDocument/2006/relationships/image" Target="../media/image136.svg"/><Relationship Id="rId48" Type="http://schemas.openxmlformats.org/officeDocument/2006/relationships/image" Target="../media/image135.png"/><Relationship Id="rId47" Type="http://schemas.openxmlformats.org/officeDocument/2006/relationships/tags" Target="../tags/tag521.xml"/><Relationship Id="rId46" Type="http://schemas.openxmlformats.org/officeDocument/2006/relationships/tags" Target="../tags/tag520.xml"/><Relationship Id="rId45" Type="http://schemas.openxmlformats.org/officeDocument/2006/relationships/tags" Target="../tags/tag519.xml"/><Relationship Id="rId44" Type="http://schemas.openxmlformats.org/officeDocument/2006/relationships/image" Target="../media/image134.svg"/><Relationship Id="rId43" Type="http://schemas.openxmlformats.org/officeDocument/2006/relationships/image" Target="../media/image133.png"/><Relationship Id="rId42" Type="http://schemas.openxmlformats.org/officeDocument/2006/relationships/tags" Target="../tags/tag518.xml"/><Relationship Id="rId41" Type="http://schemas.openxmlformats.org/officeDocument/2006/relationships/tags" Target="../tags/tag517.xml"/><Relationship Id="rId40" Type="http://schemas.openxmlformats.org/officeDocument/2006/relationships/tags" Target="../tags/tag516.xml"/><Relationship Id="rId4" Type="http://schemas.openxmlformats.org/officeDocument/2006/relationships/tags" Target="../tags/tag494.xml"/><Relationship Id="rId39" Type="http://schemas.openxmlformats.org/officeDocument/2006/relationships/tags" Target="../tags/tag515.xml"/><Relationship Id="rId38" Type="http://schemas.openxmlformats.org/officeDocument/2006/relationships/image" Target="../media/image132.svg"/><Relationship Id="rId37" Type="http://schemas.openxmlformats.org/officeDocument/2006/relationships/image" Target="../media/image131.png"/><Relationship Id="rId36" Type="http://schemas.openxmlformats.org/officeDocument/2006/relationships/tags" Target="../tags/tag514.xml"/><Relationship Id="rId35" Type="http://schemas.openxmlformats.org/officeDocument/2006/relationships/tags" Target="../tags/tag513.xml"/><Relationship Id="rId34" Type="http://schemas.openxmlformats.org/officeDocument/2006/relationships/tags" Target="../tags/tag512.xml"/><Relationship Id="rId33" Type="http://schemas.openxmlformats.org/officeDocument/2006/relationships/image" Target="../media/image130.svg"/><Relationship Id="rId32" Type="http://schemas.openxmlformats.org/officeDocument/2006/relationships/image" Target="../media/image129.png"/><Relationship Id="rId31" Type="http://schemas.openxmlformats.org/officeDocument/2006/relationships/tags" Target="../tags/tag511.xml"/><Relationship Id="rId30" Type="http://schemas.openxmlformats.org/officeDocument/2006/relationships/tags" Target="../tags/tag510.xml"/><Relationship Id="rId3" Type="http://schemas.openxmlformats.org/officeDocument/2006/relationships/tags" Target="../tags/tag493.xml"/><Relationship Id="rId29" Type="http://schemas.openxmlformats.org/officeDocument/2006/relationships/tags" Target="../tags/tag509.xml"/><Relationship Id="rId28" Type="http://schemas.openxmlformats.org/officeDocument/2006/relationships/image" Target="../media/image128.svg"/><Relationship Id="rId27" Type="http://schemas.openxmlformats.org/officeDocument/2006/relationships/image" Target="../media/image127.png"/><Relationship Id="rId26" Type="http://schemas.openxmlformats.org/officeDocument/2006/relationships/tags" Target="../tags/tag508.xml"/><Relationship Id="rId25" Type="http://schemas.openxmlformats.org/officeDocument/2006/relationships/tags" Target="../tags/tag507.xml"/><Relationship Id="rId24" Type="http://schemas.openxmlformats.org/officeDocument/2006/relationships/tags" Target="../tags/tag506.xml"/><Relationship Id="rId23" Type="http://schemas.openxmlformats.org/officeDocument/2006/relationships/tags" Target="../tags/tag505.xml"/><Relationship Id="rId22" Type="http://schemas.openxmlformats.org/officeDocument/2006/relationships/image" Target="../media/image97.svg"/><Relationship Id="rId21" Type="http://schemas.openxmlformats.org/officeDocument/2006/relationships/image" Target="../media/image96.png"/><Relationship Id="rId20" Type="http://schemas.openxmlformats.org/officeDocument/2006/relationships/tags" Target="../tags/tag504.xml"/><Relationship Id="rId2" Type="http://schemas.openxmlformats.org/officeDocument/2006/relationships/tags" Target="../tags/tag492.xml"/><Relationship Id="rId19" Type="http://schemas.openxmlformats.org/officeDocument/2006/relationships/tags" Target="../tags/tag503.xml"/><Relationship Id="rId18" Type="http://schemas.openxmlformats.org/officeDocument/2006/relationships/tags" Target="../tags/tag502.xml"/><Relationship Id="rId17" Type="http://schemas.openxmlformats.org/officeDocument/2006/relationships/image" Target="../media/image126.svg"/><Relationship Id="rId16" Type="http://schemas.openxmlformats.org/officeDocument/2006/relationships/image" Target="../media/image125.png"/><Relationship Id="rId15" Type="http://schemas.openxmlformats.org/officeDocument/2006/relationships/tags" Target="../tags/tag501.xml"/><Relationship Id="rId14" Type="http://schemas.openxmlformats.org/officeDocument/2006/relationships/tags" Target="../tags/tag500.xml"/><Relationship Id="rId13" Type="http://schemas.openxmlformats.org/officeDocument/2006/relationships/tags" Target="../tags/tag499.xml"/><Relationship Id="rId12" Type="http://schemas.openxmlformats.org/officeDocument/2006/relationships/image" Target="../media/image124.svg"/><Relationship Id="rId11" Type="http://schemas.openxmlformats.org/officeDocument/2006/relationships/image" Target="../media/image123.png"/><Relationship Id="rId10" Type="http://schemas.openxmlformats.org/officeDocument/2006/relationships/tags" Target="../tags/tag498.xml"/><Relationship Id="rId1" Type="http://schemas.openxmlformats.org/officeDocument/2006/relationships/tags" Target="../tags/tag49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31.xml"/><Relationship Id="rId8" Type="http://schemas.openxmlformats.org/officeDocument/2006/relationships/tags" Target="../tags/tag530.xml"/><Relationship Id="rId7" Type="http://schemas.openxmlformats.org/officeDocument/2006/relationships/tags" Target="../tags/tag529.xml"/><Relationship Id="rId6" Type="http://schemas.openxmlformats.org/officeDocument/2006/relationships/tags" Target="../tags/tag528.xml"/><Relationship Id="rId5" Type="http://schemas.openxmlformats.org/officeDocument/2006/relationships/tags" Target="../tags/tag527.xml"/><Relationship Id="rId4" Type="http://schemas.openxmlformats.org/officeDocument/2006/relationships/tags" Target="../tags/tag526.xml"/><Relationship Id="rId35" Type="http://schemas.openxmlformats.org/officeDocument/2006/relationships/slideLayout" Target="../slideLayouts/slideLayout6.xml"/><Relationship Id="rId34" Type="http://schemas.openxmlformats.org/officeDocument/2006/relationships/tags" Target="../tags/tag546.xml"/><Relationship Id="rId33" Type="http://schemas.openxmlformats.org/officeDocument/2006/relationships/image" Target="../media/image145.svg"/><Relationship Id="rId32" Type="http://schemas.openxmlformats.org/officeDocument/2006/relationships/image" Target="../media/image144.png"/><Relationship Id="rId31" Type="http://schemas.openxmlformats.org/officeDocument/2006/relationships/tags" Target="../tags/tag545.xml"/><Relationship Id="rId30" Type="http://schemas.openxmlformats.org/officeDocument/2006/relationships/tags" Target="../tags/tag544.xml"/><Relationship Id="rId3" Type="http://schemas.openxmlformats.org/officeDocument/2006/relationships/tags" Target="../tags/tag525.xml"/><Relationship Id="rId29" Type="http://schemas.openxmlformats.org/officeDocument/2006/relationships/tags" Target="../tags/tag543.xml"/><Relationship Id="rId28" Type="http://schemas.openxmlformats.org/officeDocument/2006/relationships/image" Target="../media/image143.svg"/><Relationship Id="rId27" Type="http://schemas.openxmlformats.org/officeDocument/2006/relationships/image" Target="../media/image142.png"/><Relationship Id="rId26" Type="http://schemas.openxmlformats.org/officeDocument/2006/relationships/tags" Target="../tags/tag542.xml"/><Relationship Id="rId25" Type="http://schemas.openxmlformats.org/officeDocument/2006/relationships/tags" Target="../tags/tag541.xml"/><Relationship Id="rId24" Type="http://schemas.openxmlformats.org/officeDocument/2006/relationships/tags" Target="../tags/tag540.xml"/><Relationship Id="rId23" Type="http://schemas.openxmlformats.org/officeDocument/2006/relationships/tags" Target="../tags/tag539.xml"/><Relationship Id="rId22" Type="http://schemas.openxmlformats.org/officeDocument/2006/relationships/tags" Target="../tags/tag538.xml"/><Relationship Id="rId21" Type="http://schemas.openxmlformats.org/officeDocument/2006/relationships/image" Target="../media/image124.svg"/><Relationship Id="rId20" Type="http://schemas.openxmlformats.org/officeDocument/2006/relationships/image" Target="../media/image123.png"/><Relationship Id="rId2" Type="http://schemas.openxmlformats.org/officeDocument/2006/relationships/tags" Target="../tags/tag524.xml"/><Relationship Id="rId19" Type="http://schemas.openxmlformats.org/officeDocument/2006/relationships/tags" Target="../tags/tag537.xml"/><Relationship Id="rId18" Type="http://schemas.openxmlformats.org/officeDocument/2006/relationships/tags" Target="../tags/tag536.xml"/><Relationship Id="rId17" Type="http://schemas.openxmlformats.org/officeDocument/2006/relationships/tags" Target="../tags/tag535.xml"/><Relationship Id="rId16" Type="http://schemas.openxmlformats.org/officeDocument/2006/relationships/image" Target="../media/image141.svg"/><Relationship Id="rId15" Type="http://schemas.openxmlformats.org/officeDocument/2006/relationships/image" Target="../media/image140.png"/><Relationship Id="rId14" Type="http://schemas.openxmlformats.org/officeDocument/2006/relationships/tags" Target="../tags/tag534.xml"/><Relationship Id="rId13" Type="http://schemas.openxmlformats.org/officeDocument/2006/relationships/tags" Target="../tags/tag533.xml"/><Relationship Id="rId12" Type="http://schemas.openxmlformats.org/officeDocument/2006/relationships/tags" Target="../tags/tag532.xml"/><Relationship Id="rId11" Type="http://schemas.openxmlformats.org/officeDocument/2006/relationships/image" Target="../media/image139.svg"/><Relationship Id="rId10" Type="http://schemas.openxmlformats.org/officeDocument/2006/relationships/image" Target="../media/image138.png"/><Relationship Id="rId1" Type="http://schemas.openxmlformats.org/officeDocument/2006/relationships/tags" Target="../tags/tag52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53.xml"/><Relationship Id="rId8" Type="http://schemas.openxmlformats.org/officeDocument/2006/relationships/tags" Target="../tags/tag552.xml"/><Relationship Id="rId7" Type="http://schemas.openxmlformats.org/officeDocument/2006/relationships/tags" Target="../tags/tag551.xml"/><Relationship Id="rId6" Type="http://schemas.openxmlformats.org/officeDocument/2006/relationships/image" Target="../media/image139.svg"/><Relationship Id="rId5" Type="http://schemas.openxmlformats.org/officeDocument/2006/relationships/image" Target="../media/image138.png"/><Relationship Id="rId44" Type="http://schemas.openxmlformats.org/officeDocument/2006/relationships/slideLayout" Target="../slideLayouts/slideLayout6.xml"/><Relationship Id="rId43" Type="http://schemas.openxmlformats.org/officeDocument/2006/relationships/tags" Target="../tags/tag579.xml"/><Relationship Id="rId42" Type="http://schemas.openxmlformats.org/officeDocument/2006/relationships/tags" Target="../tags/tag578.xml"/><Relationship Id="rId41" Type="http://schemas.openxmlformats.org/officeDocument/2006/relationships/image" Target="../media/image56.svg"/><Relationship Id="rId40" Type="http://schemas.openxmlformats.org/officeDocument/2006/relationships/image" Target="../media/image55.png"/><Relationship Id="rId4" Type="http://schemas.openxmlformats.org/officeDocument/2006/relationships/tags" Target="../tags/tag550.xml"/><Relationship Id="rId39" Type="http://schemas.openxmlformats.org/officeDocument/2006/relationships/tags" Target="../tags/tag577.xml"/><Relationship Id="rId38" Type="http://schemas.openxmlformats.org/officeDocument/2006/relationships/tags" Target="../tags/tag576.xml"/><Relationship Id="rId37" Type="http://schemas.openxmlformats.org/officeDocument/2006/relationships/tags" Target="../tags/tag575.xml"/><Relationship Id="rId36" Type="http://schemas.openxmlformats.org/officeDocument/2006/relationships/tags" Target="../tags/tag574.xml"/><Relationship Id="rId35" Type="http://schemas.openxmlformats.org/officeDocument/2006/relationships/tags" Target="../tags/tag573.xml"/><Relationship Id="rId34" Type="http://schemas.openxmlformats.org/officeDocument/2006/relationships/image" Target="../media/image149.svg"/><Relationship Id="rId33" Type="http://schemas.openxmlformats.org/officeDocument/2006/relationships/image" Target="../media/image148.png"/><Relationship Id="rId32" Type="http://schemas.openxmlformats.org/officeDocument/2006/relationships/tags" Target="../tags/tag572.xml"/><Relationship Id="rId31" Type="http://schemas.openxmlformats.org/officeDocument/2006/relationships/tags" Target="../tags/tag571.xml"/><Relationship Id="rId30" Type="http://schemas.openxmlformats.org/officeDocument/2006/relationships/tags" Target="../tags/tag570.xml"/><Relationship Id="rId3" Type="http://schemas.openxmlformats.org/officeDocument/2006/relationships/tags" Target="../tags/tag549.xml"/><Relationship Id="rId29" Type="http://schemas.openxmlformats.org/officeDocument/2006/relationships/tags" Target="../tags/tag569.xml"/><Relationship Id="rId28" Type="http://schemas.openxmlformats.org/officeDocument/2006/relationships/tags" Target="../tags/tag568.xml"/><Relationship Id="rId27" Type="http://schemas.openxmlformats.org/officeDocument/2006/relationships/tags" Target="../tags/tag567.xml"/><Relationship Id="rId26" Type="http://schemas.openxmlformats.org/officeDocument/2006/relationships/tags" Target="../tags/tag566.xml"/><Relationship Id="rId25" Type="http://schemas.openxmlformats.org/officeDocument/2006/relationships/tags" Target="../tags/tag565.xml"/><Relationship Id="rId24" Type="http://schemas.openxmlformats.org/officeDocument/2006/relationships/tags" Target="../tags/tag564.xml"/><Relationship Id="rId23" Type="http://schemas.openxmlformats.org/officeDocument/2006/relationships/tags" Target="../tags/tag563.xml"/><Relationship Id="rId22" Type="http://schemas.openxmlformats.org/officeDocument/2006/relationships/tags" Target="../tags/tag562.xml"/><Relationship Id="rId21" Type="http://schemas.openxmlformats.org/officeDocument/2006/relationships/tags" Target="../tags/tag561.xml"/><Relationship Id="rId20" Type="http://schemas.openxmlformats.org/officeDocument/2006/relationships/image" Target="../media/image147.svg"/><Relationship Id="rId2" Type="http://schemas.openxmlformats.org/officeDocument/2006/relationships/tags" Target="../tags/tag548.xml"/><Relationship Id="rId19" Type="http://schemas.openxmlformats.org/officeDocument/2006/relationships/image" Target="../media/image146.png"/><Relationship Id="rId18" Type="http://schemas.openxmlformats.org/officeDocument/2006/relationships/tags" Target="../tags/tag560.xml"/><Relationship Id="rId17" Type="http://schemas.openxmlformats.org/officeDocument/2006/relationships/tags" Target="../tags/tag559.xml"/><Relationship Id="rId16" Type="http://schemas.openxmlformats.org/officeDocument/2006/relationships/tags" Target="../tags/tag558.xml"/><Relationship Id="rId15" Type="http://schemas.openxmlformats.org/officeDocument/2006/relationships/tags" Target="../tags/tag557.xml"/><Relationship Id="rId14" Type="http://schemas.openxmlformats.org/officeDocument/2006/relationships/tags" Target="../tags/tag556.xml"/><Relationship Id="rId13" Type="http://schemas.openxmlformats.org/officeDocument/2006/relationships/image" Target="../media/image124.svg"/><Relationship Id="rId12" Type="http://schemas.openxmlformats.org/officeDocument/2006/relationships/image" Target="../media/image123.png"/><Relationship Id="rId11" Type="http://schemas.openxmlformats.org/officeDocument/2006/relationships/tags" Target="../tags/tag555.xml"/><Relationship Id="rId10" Type="http://schemas.openxmlformats.org/officeDocument/2006/relationships/tags" Target="../tags/tag554.xml"/><Relationship Id="rId1" Type="http://schemas.openxmlformats.org/officeDocument/2006/relationships/tags" Target="../tags/tag54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" Type="http://schemas.openxmlformats.org/officeDocument/2006/relationships/tags" Target="../tags/tag58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89.xml"/><Relationship Id="rId8" Type="http://schemas.openxmlformats.org/officeDocument/2006/relationships/tags" Target="../tags/tag588.xml"/><Relationship Id="rId7" Type="http://schemas.openxmlformats.org/officeDocument/2006/relationships/tags" Target="../tags/tag587.xml"/><Relationship Id="rId6" Type="http://schemas.openxmlformats.org/officeDocument/2006/relationships/image" Target="../media/image151.svg"/><Relationship Id="rId5" Type="http://schemas.openxmlformats.org/officeDocument/2006/relationships/image" Target="../media/image150.png"/><Relationship Id="rId4" Type="http://schemas.openxmlformats.org/officeDocument/2006/relationships/tags" Target="../tags/tag586.xml"/><Relationship Id="rId34" Type="http://schemas.openxmlformats.org/officeDocument/2006/relationships/slideLayout" Target="../slideLayouts/slideLayout6.xml"/><Relationship Id="rId33" Type="http://schemas.openxmlformats.org/officeDocument/2006/relationships/tags" Target="../tags/tag609.xml"/><Relationship Id="rId32" Type="http://schemas.openxmlformats.org/officeDocument/2006/relationships/tags" Target="../tags/tag608.xml"/><Relationship Id="rId31" Type="http://schemas.openxmlformats.org/officeDocument/2006/relationships/tags" Target="../tags/tag607.xml"/><Relationship Id="rId30" Type="http://schemas.openxmlformats.org/officeDocument/2006/relationships/tags" Target="../tags/tag606.xml"/><Relationship Id="rId3" Type="http://schemas.openxmlformats.org/officeDocument/2006/relationships/tags" Target="../tags/tag585.xml"/><Relationship Id="rId29" Type="http://schemas.openxmlformats.org/officeDocument/2006/relationships/tags" Target="../tags/tag605.xml"/><Relationship Id="rId28" Type="http://schemas.openxmlformats.org/officeDocument/2006/relationships/image" Target="../media/image155.svg"/><Relationship Id="rId27" Type="http://schemas.openxmlformats.org/officeDocument/2006/relationships/image" Target="../media/image154.png"/><Relationship Id="rId26" Type="http://schemas.openxmlformats.org/officeDocument/2006/relationships/tags" Target="../tags/tag604.xml"/><Relationship Id="rId25" Type="http://schemas.openxmlformats.org/officeDocument/2006/relationships/tags" Target="../tags/tag603.xml"/><Relationship Id="rId24" Type="http://schemas.openxmlformats.org/officeDocument/2006/relationships/tags" Target="../tags/tag602.xml"/><Relationship Id="rId23" Type="http://schemas.openxmlformats.org/officeDocument/2006/relationships/tags" Target="../tags/tag601.xml"/><Relationship Id="rId22" Type="http://schemas.openxmlformats.org/officeDocument/2006/relationships/tags" Target="../tags/tag600.xml"/><Relationship Id="rId21" Type="http://schemas.openxmlformats.org/officeDocument/2006/relationships/tags" Target="../tags/tag599.xml"/><Relationship Id="rId20" Type="http://schemas.openxmlformats.org/officeDocument/2006/relationships/tags" Target="../tags/tag598.xml"/><Relationship Id="rId2" Type="http://schemas.openxmlformats.org/officeDocument/2006/relationships/tags" Target="../tags/tag584.xml"/><Relationship Id="rId19" Type="http://schemas.openxmlformats.org/officeDocument/2006/relationships/tags" Target="../tags/tag597.xml"/><Relationship Id="rId18" Type="http://schemas.openxmlformats.org/officeDocument/2006/relationships/image" Target="../media/image153.svg"/><Relationship Id="rId17" Type="http://schemas.openxmlformats.org/officeDocument/2006/relationships/image" Target="../media/image152.png"/><Relationship Id="rId16" Type="http://schemas.openxmlformats.org/officeDocument/2006/relationships/tags" Target="../tags/tag596.xml"/><Relationship Id="rId15" Type="http://schemas.openxmlformats.org/officeDocument/2006/relationships/tags" Target="../tags/tag595.xml"/><Relationship Id="rId14" Type="http://schemas.openxmlformats.org/officeDocument/2006/relationships/tags" Target="../tags/tag594.xml"/><Relationship Id="rId13" Type="http://schemas.openxmlformats.org/officeDocument/2006/relationships/tags" Target="../tags/tag593.xml"/><Relationship Id="rId12" Type="http://schemas.openxmlformats.org/officeDocument/2006/relationships/tags" Target="../tags/tag592.xml"/><Relationship Id="rId11" Type="http://schemas.openxmlformats.org/officeDocument/2006/relationships/tags" Target="../tags/tag591.xml"/><Relationship Id="rId10" Type="http://schemas.openxmlformats.org/officeDocument/2006/relationships/tags" Target="../tags/tag590.xml"/><Relationship Id="rId1" Type="http://schemas.openxmlformats.org/officeDocument/2006/relationships/tags" Target="../tags/tag58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16.xml"/><Relationship Id="rId8" Type="http://schemas.openxmlformats.org/officeDocument/2006/relationships/tags" Target="../tags/tag615.xml"/><Relationship Id="rId7" Type="http://schemas.openxmlformats.org/officeDocument/2006/relationships/tags" Target="../tags/tag614.xml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5" Type="http://schemas.openxmlformats.org/officeDocument/2006/relationships/slideLayout" Target="../slideLayouts/slideLayout6.xml"/><Relationship Id="rId44" Type="http://schemas.openxmlformats.org/officeDocument/2006/relationships/tags" Target="../tags/tag641.xml"/><Relationship Id="rId43" Type="http://schemas.openxmlformats.org/officeDocument/2006/relationships/tags" Target="../tags/tag640.xml"/><Relationship Id="rId42" Type="http://schemas.openxmlformats.org/officeDocument/2006/relationships/image" Target="../media/image160.svg"/><Relationship Id="rId41" Type="http://schemas.openxmlformats.org/officeDocument/2006/relationships/image" Target="../media/image159.png"/><Relationship Id="rId40" Type="http://schemas.openxmlformats.org/officeDocument/2006/relationships/tags" Target="../tags/tag639.xml"/><Relationship Id="rId4" Type="http://schemas.openxmlformats.org/officeDocument/2006/relationships/tags" Target="../tags/tag613.xml"/><Relationship Id="rId39" Type="http://schemas.openxmlformats.org/officeDocument/2006/relationships/tags" Target="../tags/tag638.xml"/><Relationship Id="rId38" Type="http://schemas.openxmlformats.org/officeDocument/2006/relationships/tags" Target="../tags/tag637.xml"/><Relationship Id="rId37" Type="http://schemas.openxmlformats.org/officeDocument/2006/relationships/tags" Target="../tags/tag636.xml"/><Relationship Id="rId36" Type="http://schemas.openxmlformats.org/officeDocument/2006/relationships/tags" Target="../tags/tag635.xml"/><Relationship Id="rId35" Type="http://schemas.openxmlformats.org/officeDocument/2006/relationships/image" Target="../media/image158.svg"/><Relationship Id="rId34" Type="http://schemas.openxmlformats.org/officeDocument/2006/relationships/image" Target="../media/image157.png"/><Relationship Id="rId33" Type="http://schemas.openxmlformats.org/officeDocument/2006/relationships/tags" Target="../tags/tag634.xml"/><Relationship Id="rId32" Type="http://schemas.openxmlformats.org/officeDocument/2006/relationships/tags" Target="../tags/tag633.xml"/><Relationship Id="rId31" Type="http://schemas.openxmlformats.org/officeDocument/2006/relationships/tags" Target="../tags/tag632.xml"/><Relationship Id="rId30" Type="http://schemas.openxmlformats.org/officeDocument/2006/relationships/tags" Target="../tags/tag631.xml"/><Relationship Id="rId3" Type="http://schemas.openxmlformats.org/officeDocument/2006/relationships/tags" Target="../tags/tag612.xml"/><Relationship Id="rId29" Type="http://schemas.openxmlformats.org/officeDocument/2006/relationships/image" Target="../media/image153.svg"/><Relationship Id="rId28" Type="http://schemas.openxmlformats.org/officeDocument/2006/relationships/image" Target="../media/image152.png"/><Relationship Id="rId27" Type="http://schemas.openxmlformats.org/officeDocument/2006/relationships/tags" Target="../tags/tag630.xml"/><Relationship Id="rId26" Type="http://schemas.openxmlformats.org/officeDocument/2006/relationships/tags" Target="../tags/tag629.xml"/><Relationship Id="rId25" Type="http://schemas.openxmlformats.org/officeDocument/2006/relationships/tags" Target="../tags/tag628.xml"/><Relationship Id="rId24" Type="http://schemas.openxmlformats.org/officeDocument/2006/relationships/tags" Target="../tags/tag627.xml"/><Relationship Id="rId23" Type="http://schemas.openxmlformats.org/officeDocument/2006/relationships/tags" Target="../tags/tag626.xml"/><Relationship Id="rId22" Type="http://schemas.openxmlformats.org/officeDocument/2006/relationships/image" Target="../media/image30.svg"/><Relationship Id="rId21" Type="http://schemas.openxmlformats.org/officeDocument/2006/relationships/image" Target="../media/image156.png"/><Relationship Id="rId20" Type="http://schemas.openxmlformats.org/officeDocument/2006/relationships/tags" Target="../tags/tag625.xml"/><Relationship Id="rId2" Type="http://schemas.openxmlformats.org/officeDocument/2006/relationships/tags" Target="../tags/tag611.xml"/><Relationship Id="rId19" Type="http://schemas.openxmlformats.org/officeDocument/2006/relationships/tags" Target="../tags/tag624.xml"/><Relationship Id="rId18" Type="http://schemas.openxmlformats.org/officeDocument/2006/relationships/tags" Target="../tags/tag623.xml"/><Relationship Id="rId17" Type="http://schemas.openxmlformats.org/officeDocument/2006/relationships/tags" Target="../tags/tag622.xml"/><Relationship Id="rId16" Type="http://schemas.openxmlformats.org/officeDocument/2006/relationships/tags" Target="../tags/tag621.xml"/><Relationship Id="rId15" Type="http://schemas.openxmlformats.org/officeDocument/2006/relationships/image" Target="../media/image108.svg"/><Relationship Id="rId14" Type="http://schemas.openxmlformats.org/officeDocument/2006/relationships/image" Target="../media/image107.png"/><Relationship Id="rId13" Type="http://schemas.openxmlformats.org/officeDocument/2006/relationships/tags" Target="../tags/tag620.xml"/><Relationship Id="rId12" Type="http://schemas.openxmlformats.org/officeDocument/2006/relationships/tags" Target="../tags/tag619.xml"/><Relationship Id="rId11" Type="http://schemas.openxmlformats.org/officeDocument/2006/relationships/tags" Target="../tags/tag618.xml"/><Relationship Id="rId10" Type="http://schemas.openxmlformats.org/officeDocument/2006/relationships/tags" Target="../tags/tag617.xml"/><Relationship Id="rId1" Type="http://schemas.openxmlformats.org/officeDocument/2006/relationships/tags" Target="../tags/tag610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648.xml"/><Relationship Id="rId8" Type="http://schemas.openxmlformats.org/officeDocument/2006/relationships/tags" Target="../tags/tag647.xml"/><Relationship Id="rId7" Type="http://schemas.openxmlformats.org/officeDocument/2006/relationships/image" Target="../media/image162.svg"/><Relationship Id="rId6" Type="http://schemas.openxmlformats.org/officeDocument/2006/relationships/image" Target="../media/image161.png"/><Relationship Id="rId5" Type="http://schemas.openxmlformats.org/officeDocument/2006/relationships/tags" Target="../tags/tag646.xml"/><Relationship Id="rId4" Type="http://schemas.openxmlformats.org/officeDocument/2006/relationships/tags" Target="../tags/tag645.xml"/><Relationship Id="rId36" Type="http://schemas.openxmlformats.org/officeDocument/2006/relationships/slideLayout" Target="../slideLayouts/slideLayout6.xml"/><Relationship Id="rId35" Type="http://schemas.openxmlformats.org/officeDocument/2006/relationships/tags" Target="../tags/tag666.xml"/><Relationship Id="rId34" Type="http://schemas.openxmlformats.org/officeDocument/2006/relationships/tags" Target="../tags/tag665.xml"/><Relationship Id="rId33" Type="http://schemas.openxmlformats.org/officeDocument/2006/relationships/image" Target="../media/image168.svg"/><Relationship Id="rId32" Type="http://schemas.openxmlformats.org/officeDocument/2006/relationships/image" Target="../media/image167.png"/><Relationship Id="rId31" Type="http://schemas.openxmlformats.org/officeDocument/2006/relationships/tags" Target="../tags/tag664.xml"/><Relationship Id="rId30" Type="http://schemas.openxmlformats.org/officeDocument/2006/relationships/tags" Target="../tags/tag663.xml"/><Relationship Id="rId3" Type="http://schemas.openxmlformats.org/officeDocument/2006/relationships/tags" Target="../tags/tag644.xml"/><Relationship Id="rId29" Type="http://schemas.openxmlformats.org/officeDocument/2006/relationships/tags" Target="../tags/tag662.xml"/><Relationship Id="rId28" Type="http://schemas.openxmlformats.org/officeDocument/2006/relationships/tags" Target="../tags/tag661.xml"/><Relationship Id="rId27" Type="http://schemas.openxmlformats.org/officeDocument/2006/relationships/image" Target="../media/image166.svg"/><Relationship Id="rId26" Type="http://schemas.openxmlformats.org/officeDocument/2006/relationships/image" Target="../media/image165.png"/><Relationship Id="rId25" Type="http://schemas.openxmlformats.org/officeDocument/2006/relationships/tags" Target="../tags/tag660.xml"/><Relationship Id="rId24" Type="http://schemas.openxmlformats.org/officeDocument/2006/relationships/tags" Target="../tags/tag659.xml"/><Relationship Id="rId23" Type="http://schemas.openxmlformats.org/officeDocument/2006/relationships/tags" Target="../tags/tag658.xml"/><Relationship Id="rId22" Type="http://schemas.openxmlformats.org/officeDocument/2006/relationships/tags" Target="../tags/tag657.xml"/><Relationship Id="rId21" Type="http://schemas.openxmlformats.org/officeDocument/2006/relationships/tags" Target="../tags/tag656.xml"/><Relationship Id="rId20" Type="http://schemas.openxmlformats.org/officeDocument/2006/relationships/tags" Target="../tags/tag655.xml"/><Relationship Id="rId2" Type="http://schemas.openxmlformats.org/officeDocument/2006/relationships/tags" Target="../tags/tag643.xml"/><Relationship Id="rId19" Type="http://schemas.openxmlformats.org/officeDocument/2006/relationships/image" Target="../media/image108.svg"/><Relationship Id="rId18" Type="http://schemas.openxmlformats.org/officeDocument/2006/relationships/image" Target="../media/image107.png"/><Relationship Id="rId17" Type="http://schemas.openxmlformats.org/officeDocument/2006/relationships/tags" Target="../tags/tag654.xml"/><Relationship Id="rId16" Type="http://schemas.openxmlformats.org/officeDocument/2006/relationships/tags" Target="../tags/tag653.xml"/><Relationship Id="rId15" Type="http://schemas.openxmlformats.org/officeDocument/2006/relationships/tags" Target="../tags/tag652.xml"/><Relationship Id="rId14" Type="http://schemas.openxmlformats.org/officeDocument/2006/relationships/tags" Target="../tags/tag651.xml"/><Relationship Id="rId13" Type="http://schemas.openxmlformats.org/officeDocument/2006/relationships/image" Target="../media/image164.svg"/><Relationship Id="rId12" Type="http://schemas.openxmlformats.org/officeDocument/2006/relationships/image" Target="../media/image163.png"/><Relationship Id="rId11" Type="http://schemas.openxmlformats.org/officeDocument/2006/relationships/tags" Target="../tags/tag650.xml"/><Relationship Id="rId10" Type="http://schemas.openxmlformats.org/officeDocument/2006/relationships/tags" Target="../tags/tag649.xml"/><Relationship Id="rId1" Type="http://schemas.openxmlformats.org/officeDocument/2006/relationships/tags" Target="../tags/tag64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673.xml"/><Relationship Id="rId8" Type="http://schemas.openxmlformats.org/officeDocument/2006/relationships/tags" Target="../tags/tag672.xml"/><Relationship Id="rId7" Type="http://schemas.openxmlformats.org/officeDocument/2006/relationships/tags" Target="../tags/tag671.xml"/><Relationship Id="rId6" Type="http://schemas.openxmlformats.org/officeDocument/2006/relationships/tags" Target="../tags/tag670.xml"/><Relationship Id="rId5" Type="http://schemas.openxmlformats.org/officeDocument/2006/relationships/image" Target="../media/image170.svg"/><Relationship Id="rId4" Type="http://schemas.openxmlformats.org/officeDocument/2006/relationships/image" Target="../media/image169.png"/><Relationship Id="rId39" Type="http://schemas.openxmlformats.org/officeDocument/2006/relationships/slideLayout" Target="../slideLayouts/slideLayout6.xml"/><Relationship Id="rId38" Type="http://schemas.openxmlformats.org/officeDocument/2006/relationships/tags" Target="../tags/tag690.xml"/><Relationship Id="rId37" Type="http://schemas.openxmlformats.org/officeDocument/2006/relationships/tags" Target="../tags/tag689.xml"/><Relationship Id="rId36" Type="http://schemas.openxmlformats.org/officeDocument/2006/relationships/image" Target="../media/image182.svg"/><Relationship Id="rId35" Type="http://schemas.openxmlformats.org/officeDocument/2006/relationships/image" Target="../media/image181.png"/><Relationship Id="rId34" Type="http://schemas.openxmlformats.org/officeDocument/2006/relationships/tags" Target="../tags/tag688.xml"/><Relationship Id="rId33" Type="http://schemas.openxmlformats.org/officeDocument/2006/relationships/tags" Target="../tags/tag687.xml"/><Relationship Id="rId32" Type="http://schemas.openxmlformats.org/officeDocument/2006/relationships/tags" Target="../tags/tag686.xml"/><Relationship Id="rId31" Type="http://schemas.openxmlformats.org/officeDocument/2006/relationships/image" Target="../media/image180.svg"/><Relationship Id="rId30" Type="http://schemas.openxmlformats.org/officeDocument/2006/relationships/image" Target="../media/image179.png"/><Relationship Id="rId3" Type="http://schemas.openxmlformats.org/officeDocument/2006/relationships/tags" Target="../tags/tag669.xml"/><Relationship Id="rId29" Type="http://schemas.openxmlformats.org/officeDocument/2006/relationships/tags" Target="../tags/tag685.xml"/><Relationship Id="rId28" Type="http://schemas.openxmlformats.org/officeDocument/2006/relationships/tags" Target="../tags/tag684.xml"/><Relationship Id="rId27" Type="http://schemas.openxmlformats.org/officeDocument/2006/relationships/tags" Target="../tags/tag683.xml"/><Relationship Id="rId26" Type="http://schemas.openxmlformats.org/officeDocument/2006/relationships/image" Target="../media/image178.svg"/><Relationship Id="rId25" Type="http://schemas.openxmlformats.org/officeDocument/2006/relationships/image" Target="../media/image177.png"/><Relationship Id="rId24" Type="http://schemas.openxmlformats.org/officeDocument/2006/relationships/tags" Target="../tags/tag682.xml"/><Relationship Id="rId23" Type="http://schemas.openxmlformats.org/officeDocument/2006/relationships/tags" Target="../tags/tag681.xml"/><Relationship Id="rId22" Type="http://schemas.openxmlformats.org/officeDocument/2006/relationships/tags" Target="../tags/tag680.xml"/><Relationship Id="rId21" Type="http://schemas.openxmlformats.org/officeDocument/2006/relationships/image" Target="../media/image176.svg"/><Relationship Id="rId20" Type="http://schemas.openxmlformats.org/officeDocument/2006/relationships/image" Target="../media/image175.png"/><Relationship Id="rId2" Type="http://schemas.openxmlformats.org/officeDocument/2006/relationships/tags" Target="../tags/tag668.xml"/><Relationship Id="rId19" Type="http://schemas.openxmlformats.org/officeDocument/2006/relationships/tags" Target="../tags/tag679.xml"/><Relationship Id="rId18" Type="http://schemas.openxmlformats.org/officeDocument/2006/relationships/tags" Target="../tags/tag678.xml"/><Relationship Id="rId17" Type="http://schemas.openxmlformats.org/officeDocument/2006/relationships/tags" Target="../tags/tag677.xml"/><Relationship Id="rId16" Type="http://schemas.openxmlformats.org/officeDocument/2006/relationships/image" Target="../media/image174.svg"/><Relationship Id="rId15" Type="http://schemas.openxmlformats.org/officeDocument/2006/relationships/image" Target="../media/image173.png"/><Relationship Id="rId14" Type="http://schemas.openxmlformats.org/officeDocument/2006/relationships/tags" Target="../tags/tag676.xml"/><Relationship Id="rId13" Type="http://schemas.openxmlformats.org/officeDocument/2006/relationships/tags" Target="../tags/tag675.xml"/><Relationship Id="rId12" Type="http://schemas.openxmlformats.org/officeDocument/2006/relationships/tags" Target="../tags/tag674.xml"/><Relationship Id="rId11" Type="http://schemas.openxmlformats.org/officeDocument/2006/relationships/image" Target="../media/image172.svg"/><Relationship Id="rId10" Type="http://schemas.openxmlformats.org/officeDocument/2006/relationships/image" Target="../media/image171.png"/><Relationship Id="rId1" Type="http://schemas.openxmlformats.org/officeDocument/2006/relationships/tags" Target="../tags/tag66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693.xml"/><Relationship Id="rId2" Type="http://schemas.openxmlformats.org/officeDocument/2006/relationships/tags" Target="../tags/tag692.xml"/><Relationship Id="rId1" Type="http://schemas.openxmlformats.org/officeDocument/2006/relationships/tags" Target="../tags/tag6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2026/07/14</a:t>
            </a:r>
            <a:endParaRPr lang="en-US" altLang="en-US"/>
          </a:p>
        </p:txBody>
      </p:sp>
      <p:sp>
        <p:nvSpPr>
          <p:cNvPr id="3" name="标题 25"/>
          <p:cNvSpPr>
            <a:spLocks noGrp="1"/>
          </p:cNvSpPr>
          <p:nvPr>
            <p:ph type="ctrTitle" idx="16387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景区路径规划系统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汇报人：许嘉华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项目需求分析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2426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0859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2117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项目设计方案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项目实现过程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30905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39338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40595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项目运行效果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4"/>
            </p:custDataLst>
          </p:nvPr>
        </p:nvSpPr>
        <p:spPr>
          <a:xfrm>
            <a:off x="690245" y="493839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390 w 8355"/>
              <a:gd name="p0y0" fmla="*/ 0 h 2595"/>
              <a:gd name="p0x1" fmla="*/ 7965 w 8355"/>
              <a:gd name="p0y1" fmla="*/ 0 h 2595"/>
              <a:gd name="p0x2" fmla="*/ 8180 w 8355"/>
              <a:gd name="p0y2" fmla="*/ 0 h 2595"/>
              <a:gd name="p0x3" fmla="*/ 8355 w 8355"/>
              <a:gd name="p0y3" fmla="*/ 174 h 2595"/>
              <a:gd name="p0x4" fmla="*/ 8355 w 8355"/>
              <a:gd name="p0y4" fmla="*/ 390 h 2595"/>
              <a:gd name="p0x5" fmla="*/ 8355 w 8355"/>
              <a:gd name="p0y5" fmla="*/ 2205 h 2595"/>
              <a:gd name="p0x6" fmla="*/ 8355 w 8355"/>
              <a:gd name="p0y6" fmla="*/ 2420 h 2595"/>
              <a:gd name="p0x7" fmla="*/ 8180 w 8355"/>
              <a:gd name="p0y7" fmla="*/ 2595 h 2595"/>
              <a:gd name="p0x8" fmla="*/ 7965 w 8355"/>
              <a:gd name="p0y8" fmla="*/ 2595 h 2595"/>
              <a:gd name="p0x9" fmla="*/ 390 w 8355"/>
              <a:gd name="p0y9" fmla="*/ 2595 h 2595"/>
              <a:gd name="p0x10" fmla="*/ 174 w 8355"/>
              <a:gd name="p0y10" fmla="*/ 2595 h 2595"/>
              <a:gd name="p0x11" fmla="*/ 0 w 8355"/>
              <a:gd name="p0y11" fmla="*/ 2420 h 2595"/>
              <a:gd name="p0x12" fmla="*/ 0 w 8355"/>
              <a:gd name="p0y12" fmla="*/ 2205 h 2595"/>
              <a:gd name="p0x13" fmla="*/ 0 w 8355"/>
              <a:gd name="p0y13" fmla="*/ 390 h 2595"/>
              <a:gd name="p0x14" fmla="*/ 0 w 8355"/>
              <a:gd name="p0y14" fmla="*/ 174 h 2595"/>
              <a:gd name="p0x15" fmla="*/ 174 w 8355"/>
              <a:gd name="p0y15" fmla="*/ 0 h 2595"/>
              <a:gd name="p0x16" fmla="*/ 39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5"/>
            </p:custDataLst>
          </p:nvPr>
        </p:nvSpPr>
        <p:spPr>
          <a:xfrm>
            <a:off x="962025" y="578167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6"/>
            </p:custDataLst>
          </p:nvPr>
        </p:nvSpPr>
        <p:spPr>
          <a:xfrm>
            <a:off x="962025" y="590740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项目总结</a:t>
            </a:r>
            <a:endParaRPr sz="165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7"/>
            </p:custDataLst>
          </p:nvPr>
        </p:nvSpPr>
        <p:spPr>
          <a:xfrm>
            <a:off x="96202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8"/>
            </p:custDataLst>
          </p:nvPr>
        </p:nvSpPr>
        <p:spPr>
          <a:xfrm>
            <a:off x="6467475" y="15668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96202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6467475" y="34147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962025" y="526256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97AF3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3000" b="1">
              <a:solidFill>
                <a:srgbClr val="397AF3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项目需求分析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150 w 4970"/>
              <a:gd name="p0y0" fmla="*/ 0 h 8445"/>
              <a:gd name="p0x1" fmla="*/ 4820 w 4970"/>
              <a:gd name="p0y1" fmla="*/ 0 h 8445"/>
              <a:gd name="p0x2" fmla="*/ 4903 w 4970"/>
              <a:gd name="p0y2" fmla="*/ 0 h 8445"/>
              <a:gd name="p0x3" fmla="*/ 4970 w 4970"/>
              <a:gd name="p0y3" fmla="*/ 67 h 8445"/>
              <a:gd name="p0x4" fmla="*/ 4970 w 4970"/>
              <a:gd name="p0y4" fmla="*/ 150 h 8445"/>
              <a:gd name="p0x5" fmla="*/ 4970 w 4970"/>
              <a:gd name="p0y5" fmla="*/ 8295 h 8445"/>
              <a:gd name="p0x6" fmla="*/ 4970 w 4970"/>
              <a:gd name="p0y6" fmla="*/ 8377 h 8445"/>
              <a:gd name="p0x7" fmla="*/ 4903 w 4970"/>
              <a:gd name="p0y7" fmla="*/ 8445 h 8445"/>
              <a:gd name="p0x8" fmla="*/ 4820 w 4970"/>
              <a:gd name="p0y8" fmla="*/ 8445 h 8445"/>
              <a:gd name="p0x9" fmla="*/ 150 w 4970"/>
              <a:gd name="p0y9" fmla="*/ 8445 h 8445"/>
              <a:gd name="p0x10" fmla="*/ 67 w 4970"/>
              <a:gd name="p0y10" fmla="*/ 8445 h 8445"/>
              <a:gd name="p0x11" fmla="*/ 0 w 4970"/>
              <a:gd name="p0y11" fmla="*/ 8377 h 8445"/>
              <a:gd name="p0x12" fmla="*/ 0 w 4970"/>
              <a:gd name="p0y12" fmla="*/ 8295 h 8445"/>
              <a:gd name="p0x13" fmla="*/ 0 w 4970"/>
              <a:gd name="p0y13" fmla="*/ 150 h 8445"/>
              <a:gd name="p0x14" fmla="*/ 0 w 4970"/>
              <a:gd name="p0y14" fmla="*/ 67 h 8445"/>
              <a:gd name="p0x15" fmla="*/ 67 w 4970"/>
              <a:gd name="p0y15" fmla="*/ 0 h 8445"/>
              <a:gd name="p0x16" fmla="*/ 15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94437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738" t="-38444" r="-2738" b="-38444"/>
          <a:stretch>
            <a:fillRect/>
          </a:stretch>
        </p:blipFill>
        <p:spPr>
          <a:xfrm>
            <a:off x="2013585" y="1385570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87757" y="1822133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现实需求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23431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7143" b="-7143"/>
          <a:stretch>
            <a:fillRect/>
          </a:stretch>
        </p:blipFill>
        <p:spPr>
          <a:xfrm>
            <a:off x="809625" y="2400300"/>
            <a:ext cx="1905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52525" y="2308860"/>
            <a:ext cx="2385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国民旅游消费不断升级，景区游客数量逐年增长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30054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828675" y="3062605"/>
            <a:ext cx="15240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52525" y="2971743"/>
            <a:ext cx="238504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游客核心问题：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怎么走最方便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""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哪些景点值得看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""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如何才能不走回头路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50 w 5801"/>
              <a:gd name="p0y0" fmla="*/ 0 h 8445"/>
              <a:gd name="p0x1" fmla="*/ 5651 w 5801"/>
              <a:gd name="p0y1" fmla="*/ 0 h 8445"/>
              <a:gd name="p0x2" fmla="*/ 5734 w 5801"/>
              <a:gd name="p0y2" fmla="*/ 0 h 8445"/>
              <a:gd name="p0x3" fmla="*/ 5801 w 5801"/>
              <a:gd name="p0y3" fmla="*/ 67 h 8445"/>
              <a:gd name="p0x4" fmla="*/ 5801 w 5801"/>
              <a:gd name="p0y4" fmla="*/ 150 h 8445"/>
              <a:gd name="p0x5" fmla="*/ 5801 w 5801"/>
              <a:gd name="p0y5" fmla="*/ 8295 h 8445"/>
              <a:gd name="p0x6" fmla="*/ 5801 w 5801"/>
              <a:gd name="p0y6" fmla="*/ 8377 h 8445"/>
              <a:gd name="p0x7" fmla="*/ 5734 w 5801"/>
              <a:gd name="p0y7" fmla="*/ 8445 h 8445"/>
              <a:gd name="p0x8" fmla="*/ 5651 w 5801"/>
              <a:gd name="p0y8" fmla="*/ 8445 h 8445"/>
              <a:gd name="p0x9" fmla="*/ 150 w 5801"/>
              <a:gd name="p0y9" fmla="*/ 8445 h 8445"/>
              <a:gd name="p0x10" fmla="*/ 67 w 5801"/>
              <a:gd name="p0y10" fmla="*/ 8445 h 8445"/>
              <a:gd name="p0x11" fmla="*/ 0 w 5801"/>
              <a:gd name="p0y11" fmla="*/ 8377 h 8445"/>
              <a:gd name="p0x12" fmla="*/ 0 w 5801"/>
              <a:gd name="p0y12" fmla="*/ 8295 h 8445"/>
              <a:gd name="p0x13" fmla="*/ 0 w 5801"/>
              <a:gd name="p0y13" fmla="*/ 150 h 8445"/>
              <a:gd name="p0x14" fmla="*/ 0 w 5801"/>
              <a:gd name="p0y14" fmla="*/ 67 h 8445"/>
              <a:gd name="p0x15" fmla="*/ 67 w 5801"/>
              <a:gd name="p0y15" fmla="*/ 0 h 8445"/>
              <a:gd name="p0x16" fmla="*/ 15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1E4DAB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562229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708015" y="1385570"/>
            <a:ext cx="247650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4765319" y="1822133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传统方案局限性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5603240" y="2286000"/>
            <a:ext cx="457200" cy="23812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30 w 720"/>
              <a:gd name="p0y0" fmla="*/ 0 h 375"/>
              <a:gd name="p0x1" fmla="*/ 690 w 720"/>
              <a:gd name="p0y1" fmla="*/ 0 h 375"/>
              <a:gd name="p0x2" fmla="*/ 706 w 720"/>
              <a:gd name="p0y2" fmla="*/ 0 h 375"/>
              <a:gd name="p0x3" fmla="*/ 720 w 720"/>
              <a:gd name="p0y3" fmla="*/ 13 h 375"/>
              <a:gd name="p0x4" fmla="*/ 720 w 720"/>
              <a:gd name="p0y4" fmla="*/ 30 h 375"/>
              <a:gd name="p0x5" fmla="*/ 720 w 720"/>
              <a:gd name="p0y5" fmla="*/ 345 h 375"/>
              <a:gd name="p0x6" fmla="*/ 720 w 720"/>
              <a:gd name="p0y6" fmla="*/ 361 h 375"/>
              <a:gd name="p0x7" fmla="*/ 706 w 720"/>
              <a:gd name="p0y7" fmla="*/ 375 h 375"/>
              <a:gd name="p0x8" fmla="*/ 690 w 720"/>
              <a:gd name="p0y8" fmla="*/ 375 h 375"/>
              <a:gd name="p0x9" fmla="*/ 30 w 720"/>
              <a:gd name="p0y9" fmla="*/ 375 h 375"/>
              <a:gd name="p0x10" fmla="*/ 13 w 720"/>
              <a:gd name="p0y10" fmla="*/ 375 h 375"/>
              <a:gd name="p0x11" fmla="*/ 0 w 720"/>
              <a:gd name="p0y11" fmla="*/ 361 h 375"/>
              <a:gd name="p0x12" fmla="*/ 0 w 720"/>
              <a:gd name="p0y12" fmla="*/ 345 h 375"/>
              <a:gd name="p0x13" fmla="*/ 0 w 720"/>
              <a:gd name="p0y13" fmla="*/ 30 h 375"/>
              <a:gd name="p0x14" fmla="*/ 0 w 720"/>
              <a:gd name="p0y14" fmla="*/ 13 h 375"/>
              <a:gd name="p0x15" fmla="*/ 13 w 720"/>
              <a:gd name="p0y15" fmla="*/ 0 h 375"/>
              <a:gd name="p0x16" fmla="*/ 30 w 72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F3D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5679653" y="2305050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C4010"/>
                </a:solidFill>
                <a:latin typeface="微软雅黑" panose="020B0503020204020204" charset="-122"/>
                <a:ea typeface="微软雅黑" panose="020B0503020204020204" charset="-122"/>
              </a:rPr>
              <a:t>痛点</a:t>
            </a:r>
            <a:endParaRPr sz="1200">
              <a:solidFill>
                <a:srgbClr val="5C401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4184650" y="26955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3333" b="-3333"/>
          <a:stretch>
            <a:fillRect/>
          </a:stretch>
        </p:blipFill>
        <p:spPr>
          <a:xfrm>
            <a:off x="4241800" y="2752725"/>
            <a:ext cx="15240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4566266" y="2661285"/>
            <a:ext cx="274335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纸质地图</a:t>
            </a: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：信息量有限、更新不便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4184650" y="30956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7143" t="-7143" r="-7143" b="-7143"/>
          <a:stretch>
            <a:fillRect/>
          </a:stretch>
        </p:blipFill>
        <p:spPr>
          <a:xfrm>
            <a:off x="4241800" y="3152775"/>
            <a:ext cx="152400" cy="1524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4566266" y="3061335"/>
            <a:ext cx="291271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55DD95"/>
                </a:solidFill>
                <a:latin typeface="微软雅黑" panose="020B0503020204020204" charset="-122"/>
                <a:ea typeface="微软雅黑" panose="020B0503020204020204" charset="-122"/>
              </a:rPr>
              <a:t>导航软件</a:t>
            </a:r>
            <a:r>
              <a:rPr 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：仅关注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点到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点的最短距离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，缺乏景区内部游览路线规划</a:t>
            </a:r>
            <a:endParaRPr lang="zh-CN" altLang="en-US"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50 w 5801"/>
              <a:gd name="p0y0" fmla="*/ 0 h 8445"/>
              <a:gd name="p0x1" fmla="*/ 5651 w 5801"/>
              <a:gd name="p0y1" fmla="*/ 0 h 8445"/>
              <a:gd name="p0x2" fmla="*/ 5734 w 5801"/>
              <a:gd name="p0y2" fmla="*/ 0 h 8445"/>
              <a:gd name="p0x3" fmla="*/ 5801 w 5801"/>
              <a:gd name="p0y3" fmla="*/ 67 h 8445"/>
              <a:gd name="p0x4" fmla="*/ 5801 w 5801"/>
              <a:gd name="p0y4" fmla="*/ 150 h 8445"/>
              <a:gd name="p0x5" fmla="*/ 5801 w 5801"/>
              <a:gd name="p0y5" fmla="*/ 8295 h 8445"/>
              <a:gd name="p0x6" fmla="*/ 5801 w 5801"/>
              <a:gd name="p0y6" fmla="*/ 8377 h 8445"/>
              <a:gd name="p0x7" fmla="*/ 5734 w 5801"/>
              <a:gd name="p0y7" fmla="*/ 8445 h 8445"/>
              <a:gd name="p0x8" fmla="*/ 5651 w 5801"/>
              <a:gd name="p0y8" fmla="*/ 8445 h 8445"/>
              <a:gd name="p0x9" fmla="*/ 150 w 5801"/>
              <a:gd name="p0y9" fmla="*/ 8445 h 8445"/>
              <a:gd name="p0x10" fmla="*/ 67 w 5801"/>
              <a:gd name="p0y10" fmla="*/ 8445 h 8445"/>
              <a:gd name="p0x11" fmla="*/ 0 w 5801"/>
              <a:gd name="p0y11" fmla="*/ 8377 h 8445"/>
              <a:gd name="p0x12" fmla="*/ 0 w 5801"/>
              <a:gd name="p0y12" fmla="*/ 8295 h 8445"/>
              <a:gd name="p0x13" fmla="*/ 0 w 5801"/>
              <a:gd name="p0y13" fmla="*/ 150 h 8445"/>
              <a:gd name="p0x14" fmla="*/ 0 w 5801"/>
              <a:gd name="p0y14" fmla="*/ 67 h 8445"/>
              <a:gd name="p0x15" fmla="*/ 67 w 5801"/>
              <a:gd name="p0y15" fmla="*/ 0 h 8445"/>
              <a:gd name="p0x16" fmla="*/ 15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7"/>
            </p:custDataLst>
          </p:nvPr>
        </p:nvSpPr>
        <p:spPr>
          <a:xfrm>
            <a:off x="956373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9649460" y="1385570"/>
            <a:ext cx="247650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1"/>
            </p:custDataLst>
          </p:nvPr>
        </p:nvSpPr>
        <p:spPr>
          <a:xfrm>
            <a:off x="9106786" y="1822133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项目定位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2"/>
            </p:custDataLst>
          </p:nvPr>
        </p:nvSpPr>
        <p:spPr>
          <a:xfrm>
            <a:off x="8126095" y="23431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t="-7143" b="-7143"/>
          <a:stretch>
            <a:fillRect/>
          </a:stretch>
        </p:blipFill>
        <p:spPr>
          <a:xfrm>
            <a:off x="8183245" y="2400300"/>
            <a:ext cx="152400" cy="15240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6"/>
            </p:custDataLst>
          </p:nvPr>
        </p:nvSpPr>
        <p:spPr>
          <a:xfrm>
            <a:off x="8507682" y="2308860"/>
            <a:ext cx="291487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图论知识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构建景区路径规划系统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7"/>
            </p:custDataLst>
          </p:nvPr>
        </p:nvSpPr>
        <p:spPr>
          <a:xfrm>
            <a:off x="8126095" y="27432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8183245" y="2800350"/>
            <a:ext cx="152400" cy="1524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51"/>
            </p:custDataLst>
          </p:nvPr>
        </p:nvSpPr>
        <p:spPr>
          <a:xfrm>
            <a:off x="8507682" y="2708910"/>
            <a:ext cx="291271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带权无向图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表示景点分布与道路连接关系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2"/>
            </p:custDataLst>
          </p:nvPr>
        </p:nvSpPr>
        <p:spPr>
          <a:xfrm>
            <a:off x="8126095" y="3405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>
            <a:fillRect/>
          </a:stretch>
        </p:blipFill>
        <p:spPr>
          <a:xfrm>
            <a:off x="8173720" y="3462655"/>
            <a:ext cx="171450" cy="15240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6"/>
            </p:custDataLst>
          </p:nvPr>
        </p:nvSpPr>
        <p:spPr>
          <a:xfrm>
            <a:off x="8507682" y="3371793"/>
            <a:ext cx="291271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实现</a:t>
            </a:r>
            <a:r>
              <a:rPr 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回路检测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最短路径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altLang="en-US" sz="13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最小生成树</a:t>
            </a: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等功能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功能需求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46475" cy="2581275"/>
          </a:xfrm>
          <a:custGeom>
            <a:avLst/>
            <a:gdLst>
              <a:gd name="sw" fmla="*/ 1 w 5584"/>
              <a:gd name="sh" fmla="*/ 1 h 4065"/>
              <a:gd name="mins" fmla="min sw sh"/>
              <a:gd name="dsw" fmla="+- 0 sw mins"/>
              <a:gd name="dsh" fmla="+- 0 sh mins"/>
              <a:gd name="p0x0" fmla="*/ 150 w 5584"/>
              <a:gd name="p0y0" fmla="*/ 0 h 4065"/>
              <a:gd name="p0x1" fmla="*/ 5434 w 5584"/>
              <a:gd name="p0y1" fmla="*/ 0 h 4065"/>
              <a:gd name="p0x2" fmla="*/ 5517 w 5584"/>
              <a:gd name="p0y2" fmla="*/ 0 h 4065"/>
              <a:gd name="p0x3" fmla="*/ 5584 w 5584"/>
              <a:gd name="p0y3" fmla="*/ 67 h 4065"/>
              <a:gd name="p0x4" fmla="*/ 5584 w 5584"/>
              <a:gd name="p0y4" fmla="*/ 150 h 4065"/>
              <a:gd name="p0x5" fmla="*/ 5584 w 5584"/>
              <a:gd name="p0y5" fmla="*/ 3915 h 4065"/>
              <a:gd name="p0x6" fmla="*/ 5584 w 5584"/>
              <a:gd name="p0y6" fmla="*/ 3997 h 4065"/>
              <a:gd name="p0x7" fmla="*/ 5517 w 5584"/>
              <a:gd name="p0y7" fmla="*/ 4065 h 4065"/>
              <a:gd name="p0x8" fmla="*/ 5434 w 5584"/>
              <a:gd name="p0y8" fmla="*/ 4065 h 4065"/>
              <a:gd name="p0x9" fmla="*/ 150 w 5584"/>
              <a:gd name="p0y9" fmla="*/ 4065 h 4065"/>
              <a:gd name="p0x10" fmla="*/ 67 w 5584"/>
              <a:gd name="p0y10" fmla="*/ 4065 h 4065"/>
              <a:gd name="p0x11" fmla="*/ 0 w 5584"/>
              <a:gd name="p0y11" fmla="*/ 3997 h 4065"/>
              <a:gd name="p0x12" fmla="*/ 0 w 5584"/>
              <a:gd name="p0y12" fmla="*/ 3915 h 4065"/>
              <a:gd name="p0x13" fmla="*/ 0 w 5584"/>
              <a:gd name="p0y13" fmla="*/ 150 h 4065"/>
              <a:gd name="p0x14" fmla="*/ 0 w 5584"/>
              <a:gd name="p0y14" fmla="*/ 67 h 4065"/>
              <a:gd name="p0x15" fmla="*/ 67 w 5584"/>
              <a:gd name="p0y15" fmla="*/ 0 h 4065"/>
              <a:gd name="p0x16" fmla="*/ 150 w 558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809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03761" y="188214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304925" y="1861185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创建景区景点分布图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2366963"/>
            <a:ext cx="315589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输入景点数量、名称及路径距离，构建邻接表存储结构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43224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4517390" y="1809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4650210" y="188214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5051374" y="1861185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展示景区景点分布图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4517974" y="2366963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以邻接矩阵形式输出所有景点间距离关系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80689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8263890" y="1809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8396736" y="188214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8797899" y="18611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输出导游线路图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8264499" y="2366963"/>
            <a:ext cx="315597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生成从指定景点出发的导游线路，覆盖所有可达景点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575945" y="3890645"/>
            <a:ext cx="3546475" cy="2581275"/>
          </a:xfrm>
          <a:custGeom>
            <a:avLst/>
            <a:gdLst>
              <a:gd name="sw" fmla="*/ 1 w 5584"/>
              <a:gd name="sh" fmla="*/ 1 h 4065"/>
              <a:gd name="mins" fmla="min sw sh"/>
              <a:gd name="dsw" fmla="+- 0 sw mins"/>
              <a:gd name="dsh" fmla="+- 0 sh mins"/>
              <a:gd name="p0x0" fmla="*/ 150 w 5584"/>
              <a:gd name="p0y0" fmla="*/ 0 h 4065"/>
              <a:gd name="p0x1" fmla="*/ 5434 w 5584"/>
              <a:gd name="p0y1" fmla="*/ 0 h 4065"/>
              <a:gd name="p0x2" fmla="*/ 5517 w 5584"/>
              <a:gd name="p0y2" fmla="*/ 0 h 4065"/>
              <a:gd name="p0x3" fmla="*/ 5584 w 5584"/>
              <a:gd name="p0y3" fmla="*/ 67 h 4065"/>
              <a:gd name="p0x4" fmla="*/ 5584 w 5584"/>
              <a:gd name="p0y4" fmla="*/ 150 h 4065"/>
              <a:gd name="p0x5" fmla="*/ 5584 w 5584"/>
              <a:gd name="p0y5" fmla="*/ 3915 h 4065"/>
              <a:gd name="p0x6" fmla="*/ 5584 w 5584"/>
              <a:gd name="p0y6" fmla="*/ 3997 h 4065"/>
              <a:gd name="p0x7" fmla="*/ 5517 w 5584"/>
              <a:gd name="p0y7" fmla="*/ 4065 h 4065"/>
              <a:gd name="p0x8" fmla="*/ 5434 w 5584"/>
              <a:gd name="p0y8" fmla="*/ 4065 h 4065"/>
              <a:gd name="p0x9" fmla="*/ 150 w 5584"/>
              <a:gd name="p0y9" fmla="*/ 4065 h 4065"/>
              <a:gd name="p0x10" fmla="*/ 67 w 5584"/>
              <a:gd name="p0y10" fmla="*/ 4065 h 4065"/>
              <a:gd name="p0x11" fmla="*/ 0 w 5584"/>
              <a:gd name="p0y11" fmla="*/ 3997 h 4065"/>
              <a:gd name="p0x12" fmla="*/ 0 w 5584"/>
              <a:gd name="p0y12" fmla="*/ 3915 h 4065"/>
              <a:gd name="p0x13" fmla="*/ 0 w 5584"/>
              <a:gd name="p0y13" fmla="*/ 150 h 4065"/>
              <a:gd name="p0x14" fmla="*/ 0 w 5584"/>
              <a:gd name="p0y14" fmla="*/ 67 h 4065"/>
              <a:gd name="p0x15" fmla="*/ 67 w 5584"/>
              <a:gd name="p0y15" fmla="*/ 0 h 4065"/>
              <a:gd name="p0x16" fmla="*/ 150 w 558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8"/>
            </p:custDataLst>
          </p:nvPr>
        </p:nvSpPr>
        <p:spPr>
          <a:xfrm>
            <a:off x="771525" y="4591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903761" y="466344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1304925" y="4499610"/>
            <a:ext cx="2622499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判断导游路线是否存在回路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771525" y="5224463"/>
            <a:ext cx="315589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检测导游线路中是否存在重复访问的景点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43224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3"/>
            </p:custDataLst>
          </p:nvPr>
        </p:nvSpPr>
        <p:spPr>
          <a:xfrm>
            <a:off x="4517390" y="4591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4650210" y="466344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5051374" y="4642485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查询最短路径和距离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4517974" y="5148263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算法计算任意两个景点间的最短路径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8068945" y="38906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150 w 5585"/>
              <a:gd name="p0y0" fmla="*/ 0 h 4065"/>
              <a:gd name="p0x1" fmla="*/ 5435 w 5585"/>
              <a:gd name="p0y1" fmla="*/ 0 h 4065"/>
              <a:gd name="p0x2" fmla="*/ 5517 w 5585"/>
              <a:gd name="p0y2" fmla="*/ 0 h 4065"/>
              <a:gd name="p0x3" fmla="*/ 5585 w 5585"/>
              <a:gd name="p0y3" fmla="*/ 67 h 4065"/>
              <a:gd name="p0x4" fmla="*/ 5585 w 5585"/>
              <a:gd name="p0y4" fmla="*/ 150 h 4065"/>
              <a:gd name="p0x5" fmla="*/ 5585 w 5585"/>
              <a:gd name="p0y5" fmla="*/ 3915 h 4065"/>
              <a:gd name="p0x6" fmla="*/ 5585 w 5585"/>
              <a:gd name="p0y6" fmla="*/ 3997 h 4065"/>
              <a:gd name="p0x7" fmla="*/ 5517 w 5585"/>
              <a:gd name="p0y7" fmla="*/ 4065 h 4065"/>
              <a:gd name="p0x8" fmla="*/ 5435 w 5585"/>
              <a:gd name="p0y8" fmla="*/ 4065 h 4065"/>
              <a:gd name="p0x9" fmla="*/ 150 w 5585"/>
              <a:gd name="p0y9" fmla="*/ 4065 h 4065"/>
              <a:gd name="p0x10" fmla="*/ 67 w 5585"/>
              <a:gd name="p0y10" fmla="*/ 4065 h 4065"/>
              <a:gd name="p0x11" fmla="*/ 0 w 5585"/>
              <a:gd name="p0y11" fmla="*/ 3997 h 4065"/>
              <a:gd name="p0x12" fmla="*/ 0 w 5585"/>
              <a:gd name="p0y12" fmla="*/ 3915 h 4065"/>
              <a:gd name="p0x13" fmla="*/ 0 w 5585"/>
              <a:gd name="p0y13" fmla="*/ 150 h 4065"/>
              <a:gd name="p0x14" fmla="*/ 0 w 5585"/>
              <a:gd name="p0y14" fmla="*/ 67 h 4065"/>
              <a:gd name="p0x15" fmla="*/ 67 w 5585"/>
              <a:gd name="p0y15" fmla="*/ 0 h 4065"/>
              <a:gd name="p0x16" fmla="*/ 15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8263890" y="4591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8396736" y="4663440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9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8797899" y="4642485"/>
            <a:ext cx="2743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最小生成树（扩展功能）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8264499" y="5148263"/>
            <a:ext cx="315597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算法生成连通所有景点的最小生成树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目标用户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150 w 8475"/>
              <a:gd name="p0y0" fmla="*/ 0 h 8445"/>
              <a:gd name="p0x1" fmla="*/ 8325 w 8475"/>
              <a:gd name="p0y1" fmla="*/ 0 h 8445"/>
              <a:gd name="p0x2" fmla="*/ 8407 w 8475"/>
              <a:gd name="p0y2" fmla="*/ 0 h 8445"/>
              <a:gd name="p0x3" fmla="*/ 8475 w 8475"/>
              <a:gd name="p0y3" fmla="*/ 67 h 8445"/>
              <a:gd name="p0x4" fmla="*/ 8475 w 8475"/>
              <a:gd name="p0y4" fmla="*/ 150 h 8445"/>
              <a:gd name="p0x5" fmla="*/ 8475 w 8475"/>
              <a:gd name="p0y5" fmla="*/ 8295 h 8445"/>
              <a:gd name="p0x6" fmla="*/ 8475 w 8475"/>
              <a:gd name="p0y6" fmla="*/ 8377 h 8445"/>
              <a:gd name="p0x7" fmla="*/ 8407 w 8475"/>
              <a:gd name="p0y7" fmla="*/ 8445 h 8445"/>
              <a:gd name="p0x8" fmla="*/ 8325 w 8475"/>
              <a:gd name="p0y8" fmla="*/ 8445 h 8445"/>
              <a:gd name="p0x9" fmla="*/ 150 w 8475"/>
              <a:gd name="p0y9" fmla="*/ 8445 h 8445"/>
              <a:gd name="p0x10" fmla="*/ 67 w 8475"/>
              <a:gd name="p0y10" fmla="*/ 8445 h 8445"/>
              <a:gd name="p0x11" fmla="*/ 0 w 8475"/>
              <a:gd name="p0y11" fmla="*/ 8377 h 8445"/>
              <a:gd name="p0x12" fmla="*/ 0 w 8475"/>
              <a:gd name="p0y12" fmla="*/ 8295 h 8445"/>
              <a:gd name="p0x13" fmla="*/ 0 w 8475"/>
              <a:gd name="p0y13" fmla="*/ 150 h 8445"/>
              <a:gd name="p0x14" fmla="*/ 0 w 8475"/>
              <a:gd name="p0y14" fmla="*/ 67 h 8445"/>
              <a:gd name="p0x15" fmla="*/ 67 w 8475"/>
              <a:gd name="p0y15" fmla="*/ 0 h 8445"/>
              <a:gd name="p0x16" fmla="*/ 150 w 847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564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66" t="-10152" r="-2366" b="-10152"/>
          <a:stretch>
            <a:fillRect/>
          </a:stretch>
        </p:blipFill>
        <p:spPr>
          <a:xfrm>
            <a:off x="826135" y="2646045"/>
            <a:ext cx="30924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59180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景区游客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2404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9855" t="-3651" r="-9855" b="-3651"/>
          <a:stretch>
            <a:fillRect/>
          </a:stretch>
        </p:blipFill>
        <p:spPr>
          <a:xfrm>
            <a:off x="811530" y="3302000"/>
            <a:ext cx="262255" cy="2146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266825" y="3122343"/>
            <a:ext cx="30861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景点查询功能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266825" y="3397615"/>
            <a:ext cx="32576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了解景点信息，获取详细介绍与位置分布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771525" y="39052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3966845"/>
            <a:ext cx="209550" cy="2146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266825" y="3787159"/>
            <a:ext cx="29147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导游线路功能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266825" y="4062431"/>
            <a:ext cx="30861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规划游览行程，智能推荐最佳参观路线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771525" y="45694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4631690"/>
            <a:ext cx="209550" cy="2139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266825" y="4451976"/>
            <a:ext cx="274327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最短路径功能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1266825" y="4727248"/>
            <a:ext cx="29147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优化游览路线，节省时间与体力消耗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6233795" y="1109345"/>
            <a:ext cx="5381625" cy="536257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150 w 8475"/>
              <a:gd name="p0y0" fmla="*/ 0 h 8445"/>
              <a:gd name="p0x1" fmla="*/ 8325 w 8475"/>
              <a:gd name="p0y1" fmla="*/ 0 h 8445"/>
              <a:gd name="p0x2" fmla="*/ 8407 w 8475"/>
              <a:gd name="p0y2" fmla="*/ 0 h 8445"/>
              <a:gd name="p0x3" fmla="*/ 8475 w 8475"/>
              <a:gd name="p0y3" fmla="*/ 67 h 8445"/>
              <a:gd name="p0x4" fmla="*/ 8475 w 8475"/>
              <a:gd name="p0y4" fmla="*/ 150 h 8445"/>
              <a:gd name="p0x5" fmla="*/ 8475 w 8475"/>
              <a:gd name="p0y5" fmla="*/ 8295 h 8445"/>
              <a:gd name="p0x6" fmla="*/ 8475 w 8475"/>
              <a:gd name="p0y6" fmla="*/ 8377 h 8445"/>
              <a:gd name="p0x7" fmla="*/ 8407 w 8475"/>
              <a:gd name="p0y7" fmla="*/ 8445 h 8445"/>
              <a:gd name="p0x8" fmla="*/ 8325 w 8475"/>
              <a:gd name="p0y8" fmla="*/ 8445 h 8445"/>
              <a:gd name="p0x9" fmla="*/ 150 w 8475"/>
              <a:gd name="p0y9" fmla="*/ 8445 h 8445"/>
              <a:gd name="p0x10" fmla="*/ 67 w 8475"/>
              <a:gd name="p0y10" fmla="*/ 8445 h 8445"/>
              <a:gd name="p0x11" fmla="*/ 0 w 8475"/>
              <a:gd name="p0y11" fmla="*/ 8377 h 8445"/>
              <a:gd name="p0x12" fmla="*/ 0 w 8475"/>
              <a:gd name="p0y12" fmla="*/ 8295 h 8445"/>
              <a:gd name="p0x13" fmla="*/ 0 w 8475"/>
              <a:gd name="p0y13" fmla="*/ 150 h 8445"/>
              <a:gd name="p0x14" fmla="*/ 0 w 8475"/>
              <a:gd name="p0y14" fmla="*/ 67 h 8445"/>
              <a:gd name="p0x15" fmla="*/ 67 w 8475"/>
              <a:gd name="p0y15" fmla="*/ 0 h 8445"/>
              <a:gd name="p0x16" fmla="*/ 150 w 847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7"/>
            </p:custDataLst>
          </p:nvPr>
        </p:nvSpPr>
        <p:spPr>
          <a:xfrm>
            <a:off x="642937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7500" t="-5278" r="-7500" b="-5278"/>
          <a:stretch>
            <a:fillRect/>
          </a:stretch>
        </p:blipFill>
        <p:spPr>
          <a:xfrm>
            <a:off x="6529070" y="1385570"/>
            <a:ext cx="219075" cy="2527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6962775" y="13315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景区管理方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2"/>
            </p:custDataLst>
          </p:nvPr>
        </p:nvSpPr>
        <p:spPr>
          <a:xfrm>
            <a:off x="6429375" y="19799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6496050" y="2041525"/>
            <a:ext cx="209550" cy="2146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6"/>
            </p:custDataLst>
          </p:nvPr>
        </p:nvSpPr>
        <p:spPr>
          <a:xfrm>
            <a:off x="6924675" y="1862138"/>
            <a:ext cx="32576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最小生成树功能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6924675" y="2137410"/>
            <a:ext cx="34290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优化道路建设方案，降低基础设施投入成本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6429375" y="26447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6507480" y="2706370"/>
            <a:ext cx="186055" cy="2146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2"/>
            </p:custDataLst>
          </p:nvPr>
        </p:nvSpPr>
        <p:spPr>
          <a:xfrm>
            <a:off x="6924675" y="2526954"/>
            <a:ext cx="29147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数据支撑服务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3"/>
            </p:custDataLst>
          </p:nvPr>
        </p:nvSpPr>
        <p:spPr>
          <a:xfrm>
            <a:off x="6924675" y="2802226"/>
            <a:ext cx="30861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为景区基础设施规划提供科学数据支撑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4"/>
            </p:custDataLst>
          </p:nvPr>
        </p:nvSpPr>
        <p:spPr>
          <a:xfrm>
            <a:off x="10276840" y="6000750"/>
            <a:ext cx="1143635" cy="276225"/>
          </a:xfrm>
          <a:custGeom>
            <a:avLst/>
            <a:gdLst>
              <a:gd name="sw" fmla="*/ 1 w 1800"/>
              <a:gd name="sh" fmla="*/ 1 h 435"/>
              <a:gd name="mins" fmla="min sw sh"/>
              <a:gd name="dsw" fmla="+- 0 sw mins"/>
              <a:gd name="dsh" fmla="+- 0 sh mins"/>
              <a:gd name="p0x0" fmla="*/ 217 w 1800"/>
              <a:gd name="p0y0" fmla="*/ 0 h 435"/>
              <a:gd name="p0x1" fmla="*/ 1582 w 1800"/>
              <a:gd name="p0y1" fmla="*/ 0 h 435"/>
              <a:gd name="p0x2" fmla="*/ 1702 w 1800"/>
              <a:gd name="p0y2" fmla="*/ 0 h 435"/>
              <a:gd name="p0x3" fmla="*/ 1800 w 1800"/>
              <a:gd name="p0y3" fmla="*/ 97 h 435"/>
              <a:gd name="p0x4" fmla="*/ 1800 w 1800"/>
              <a:gd name="p0y4" fmla="*/ 217 h 435"/>
              <a:gd name="p0x5" fmla="*/ 1800 w 1800"/>
              <a:gd name="p0y5" fmla="*/ 337 h 435"/>
              <a:gd name="p0x6" fmla="*/ 1702 w 1800"/>
              <a:gd name="p0y6" fmla="*/ 435 h 435"/>
              <a:gd name="p0x7" fmla="*/ 1582 w 1800"/>
              <a:gd name="p0y7" fmla="*/ 435 h 435"/>
              <a:gd name="p0x8" fmla="*/ 217 w 1800"/>
              <a:gd name="p0y8" fmla="*/ 435 h 435"/>
              <a:gd name="p0x9" fmla="*/ 97 w 1800"/>
              <a:gd name="p0y9" fmla="*/ 435 h 435"/>
              <a:gd name="p0x10" fmla="*/ 0 w 1800"/>
              <a:gd name="p0y10" fmla="*/ 337 h 435"/>
              <a:gd name="p0x11" fmla="*/ 0 w 1800"/>
              <a:gd name="p0y11" fmla="*/ 217 h 435"/>
              <a:gd name="p0x12" fmla="*/ 0 w 1800"/>
              <a:gd name="p0y12" fmla="*/ 97 h 435"/>
              <a:gd name="p0x13" fmla="*/ 97 w 1800"/>
              <a:gd name="p0y13" fmla="*/ 0 h 435"/>
              <a:gd name="p0x14" fmla="*/ 217 w 180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1E4DA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10391699" y="6038850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数据驱动决策</a:t>
            </a:r>
            <a:endParaRPr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项目设计方案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整体实现思路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295400"/>
          </a:xfrm>
          <a:custGeom>
            <a:avLst/>
            <a:gdLst>
              <a:gd name="sw" fmla="*/ 1 w 17385"/>
              <a:gd name="sh" fmla="*/ 1 h 2040"/>
              <a:gd name="mins" fmla="min sw sh"/>
              <a:gd name="dsw" fmla="+- 0 sw mins"/>
              <a:gd name="dsh" fmla="+- 0 sh mins"/>
              <a:gd name="p0x0" fmla="*/ 150 w 17385"/>
              <a:gd name="p0y0" fmla="*/ 0 h 2040"/>
              <a:gd name="p0x1" fmla="*/ 17235 w 17385"/>
              <a:gd name="p0y1" fmla="*/ 0 h 2040"/>
              <a:gd name="p0x2" fmla="*/ 17317 w 17385"/>
              <a:gd name="p0y2" fmla="*/ 0 h 2040"/>
              <a:gd name="p0x3" fmla="*/ 17385 w 17385"/>
              <a:gd name="p0y3" fmla="*/ 67 h 2040"/>
              <a:gd name="p0x4" fmla="*/ 17385 w 17385"/>
              <a:gd name="p0y4" fmla="*/ 150 h 2040"/>
              <a:gd name="p0x5" fmla="*/ 17385 w 17385"/>
              <a:gd name="p0y5" fmla="*/ 1890 h 2040"/>
              <a:gd name="p0x6" fmla="*/ 17385 w 17385"/>
              <a:gd name="p0y6" fmla="*/ 1972 h 2040"/>
              <a:gd name="p0x7" fmla="*/ 17317 w 17385"/>
              <a:gd name="p0y7" fmla="*/ 2040 h 2040"/>
              <a:gd name="p0x8" fmla="*/ 17235 w 17385"/>
              <a:gd name="p0y8" fmla="*/ 2040 h 2040"/>
              <a:gd name="p0x9" fmla="*/ 150 w 17385"/>
              <a:gd name="p0y9" fmla="*/ 2040 h 2040"/>
              <a:gd name="p0x10" fmla="*/ 67 w 17385"/>
              <a:gd name="p0y10" fmla="*/ 2040 h 2040"/>
              <a:gd name="p0x11" fmla="*/ 0 w 17385"/>
              <a:gd name="p0y11" fmla="*/ 1972 h 2040"/>
              <a:gd name="p0x12" fmla="*/ 0 w 17385"/>
              <a:gd name="p0y12" fmla="*/ 1890 h 2040"/>
              <a:gd name="p0x13" fmla="*/ 0 w 17385"/>
              <a:gd name="p0y13" fmla="*/ 150 h 2040"/>
              <a:gd name="p0x14" fmla="*/ 0 w 17385"/>
              <a:gd name="p0y14" fmla="*/ 67 h 2040"/>
              <a:gd name="p0x15" fmla="*/ 67 w 17385"/>
              <a:gd name="p0y15" fmla="*/ 0 h 2040"/>
              <a:gd name="p0x16" fmla="*/ 150 w 17385"/>
              <a:gd name="p0y16" fmla="*/ 0 h 20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97AF3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238500" y="1495425"/>
            <a:ext cx="5715000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设计理念：一个核心、两种呈现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642870"/>
            <a:ext cx="4859655" cy="3829050"/>
          </a:xfrm>
          <a:custGeom>
            <a:avLst/>
            <a:gdLst>
              <a:gd name="sw" fmla="*/ 1 w 7653"/>
              <a:gd name="sh" fmla="*/ 1 h 6030"/>
              <a:gd name="mins" fmla="min sw sh"/>
              <a:gd name="dsw" fmla="+- 0 sw mins"/>
              <a:gd name="dsh" fmla="+- 0 sh mins"/>
              <a:gd name="p0x0" fmla="*/ 150 w 7653"/>
              <a:gd name="p0y0" fmla="*/ 0 h 6030"/>
              <a:gd name="p0x1" fmla="*/ 7503 w 7653"/>
              <a:gd name="p0y1" fmla="*/ 0 h 6030"/>
              <a:gd name="p0x2" fmla="*/ 7585 w 7653"/>
              <a:gd name="p0y2" fmla="*/ 0 h 6030"/>
              <a:gd name="p0x3" fmla="*/ 7653 w 7653"/>
              <a:gd name="p0y3" fmla="*/ 67 h 6030"/>
              <a:gd name="p0x4" fmla="*/ 7653 w 7653"/>
              <a:gd name="p0y4" fmla="*/ 150 h 6030"/>
              <a:gd name="p0x5" fmla="*/ 7653 w 7653"/>
              <a:gd name="p0y5" fmla="*/ 5880 h 6030"/>
              <a:gd name="p0x6" fmla="*/ 7653 w 7653"/>
              <a:gd name="p0y6" fmla="*/ 5962 h 6030"/>
              <a:gd name="p0x7" fmla="*/ 7585 w 7653"/>
              <a:gd name="p0y7" fmla="*/ 6030 h 6030"/>
              <a:gd name="p0x8" fmla="*/ 7503 w 7653"/>
              <a:gd name="p0y8" fmla="*/ 6030 h 6030"/>
              <a:gd name="p0x9" fmla="*/ 150 w 7653"/>
              <a:gd name="p0y9" fmla="*/ 6030 h 6030"/>
              <a:gd name="p0x10" fmla="*/ 67 w 7653"/>
              <a:gd name="p0y10" fmla="*/ 6030 h 6030"/>
              <a:gd name="p0x11" fmla="*/ 0 w 7653"/>
              <a:gd name="p0y11" fmla="*/ 5962 h 6030"/>
              <a:gd name="p0x12" fmla="*/ 0 w 7653"/>
              <a:gd name="p0y12" fmla="*/ 5880 h 6030"/>
              <a:gd name="p0x13" fmla="*/ 0 w 7653"/>
              <a:gd name="p0y13" fmla="*/ 150 h 6030"/>
              <a:gd name="p0x14" fmla="*/ 0 w 7653"/>
              <a:gd name="p0y14" fmla="*/ 67 h 6030"/>
              <a:gd name="p0x15" fmla="*/ 67 w 7653"/>
              <a:gd name="p0y15" fmla="*/ 0 h 6030"/>
              <a:gd name="p0x16" fmla="*/ 150 w 7653"/>
              <a:gd name="p0y16" fmla="*/ 0 h 60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2838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23704" r="-2000" b="-23704"/>
          <a:stretch>
            <a:fillRect/>
          </a:stretch>
        </p:blipFill>
        <p:spPr>
          <a:xfrm>
            <a:off x="857250" y="2919095"/>
            <a:ext cx="247650" cy="2527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304925" y="2865120"/>
            <a:ext cx="205948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语言控制台版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42906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3333" t="-11556" r="-3333" b="-11556"/>
          <a:stretch>
            <a:fillRect/>
          </a:stretch>
        </p:blipFill>
        <p:spPr>
          <a:xfrm>
            <a:off x="828675" y="4333875"/>
            <a:ext cx="152400" cy="1758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190625" y="4257675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直接操作邻接表和邻接矩阵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771525" y="47097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941" t="-21026" r="-2941" b="-21026"/>
          <a:stretch>
            <a:fillRect/>
          </a:stretch>
        </p:blipFill>
        <p:spPr>
          <a:xfrm>
            <a:off x="819150" y="4752975"/>
            <a:ext cx="171450" cy="17589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1190625" y="4676775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通过指针动态管理内存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771525" y="51288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941" t="-15952" r="-2941" b="-15952"/>
          <a:stretch>
            <a:fillRect/>
          </a:stretch>
        </p:blipFill>
        <p:spPr>
          <a:xfrm>
            <a:off x="819150" y="5172075"/>
            <a:ext cx="171450" cy="1758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190625" y="5095875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提供控制台菜单供用户逐项功能操作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5"/>
            </p:custDataLst>
          </p:nvPr>
        </p:nvSpPr>
        <p:spPr>
          <a:xfrm>
            <a:off x="5678805" y="2647950"/>
            <a:ext cx="5932170" cy="3819525"/>
          </a:xfrm>
          <a:custGeom>
            <a:avLst/>
            <a:gdLst>
              <a:gd name="sw" fmla="*/ 1 w 9341"/>
              <a:gd name="sh" fmla="*/ 1 h 6015"/>
              <a:gd name="mins" fmla="min sw sh"/>
              <a:gd name="dsw" fmla="+- 0 sw mins"/>
              <a:gd name="dsh" fmla="+- 0 sh mins"/>
              <a:gd name="p0x0" fmla="*/ 150 w 9341"/>
              <a:gd name="p0y0" fmla="*/ 0 h 6015"/>
              <a:gd name="p0x1" fmla="*/ 9191 w 9341"/>
              <a:gd name="p0y1" fmla="*/ 0 h 6015"/>
              <a:gd name="p0x2" fmla="*/ 9274 w 9341"/>
              <a:gd name="p0y2" fmla="*/ 0 h 6015"/>
              <a:gd name="p0x3" fmla="*/ 9341 w 9341"/>
              <a:gd name="p0y3" fmla="*/ 67 h 6015"/>
              <a:gd name="p0x4" fmla="*/ 9341 w 9341"/>
              <a:gd name="p0y4" fmla="*/ 150 h 6015"/>
              <a:gd name="p0x5" fmla="*/ 9341 w 9341"/>
              <a:gd name="p0y5" fmla="*/ 5865 h 6015"/>
              <a:gd name="p0x6" fmla="*/ 9341 w 9341"/>
              <a:gd name="p0y6" fmla="*/ 5947 h 6015"/>
              <a:gd name="p0x7" fmla="*/ 9274 w 9341"/>
              <a:gd name="p0y7" fmla="*/ 6015 h 6015"/>
              <a:gd name="p0x8" fmla="*/ 9191 w 9341"/>
              <a:gd name="p0y8" fmla="*/ 6015 h 6015"/>
              <a:gd name="p0x9" fmla="*/ 150 w 9341"/>
              <a:gd name="p0y9" fmla="*/ 6015 h 6015"/>
              <a:gd name="p0x10" fmla="*/ 67 w 9341"/>
              <a:gd name="p0y10" fmla="*/ 6015 h 6015"/>
              <a:gd name="p0x11" fmla="*/ 0 w 9341"/>
              <a:gd name="p0y11" fmla="*/ 5947 h 6015"/>
              <a:gd name="p0x12" fmla="*/ 0 w 9341"/>
              <a:gd name="p0y12" fmla="*/ 5865 h 6015"/>
              <a:gd name="p0x13" fmla="*/ 0 w 9341"/>
              <a:gd name="p0y13" fmla="*/ 150 h 6015"/>
              <a:gd name="p0x14" fmla="*/ 0 w 9341"/>
              <a:gd name="p0y14" fmla="*/ 67 h 6015"/>
              <a:gd name="p0x15" fmla="*/ 67 w 9341"/>
              <a:gd name="p0y15" fmla="*/ 0 h 6015"/>
              <a:gd name="p0x16" fmla="*/ 150 w 9341"/>
              <a:gd name="p0y16" fmla="*/ 0 h 60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19050" cmpd="sng">
            <a:solidFill>
              <a:srgbClr val="397AF3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5878830" y="28479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64555" y="2928620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6412259" y="2874645"/>
            <a:ext cx="183118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网页版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10648315" y="2919095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30 w 1200"/>
              <a:gd name="p0y0" fmla="*/ 0 h 435"/>
              <a:gd name="p0x1" fmla="*/ 1170 w 1200"/>
              <a:gd name="p0y1" fmla="*/ 0 h 435"/>
              <a:gd name="p0x2" fmla="*/ 1186 w 1200"/>
              <a:gd name="p0y2" fmla="*/ 0 h 435"/>
              <a:gd name="p0x3" fmla="*/ 1200 w 1200"/>
              <a:gd name="p0y3" fmla="*/ 13 h 435"/>
              <a:gd name="p0x4" fmla="*/ 1200 w 1200"/>
              <a:gd name="p0y4" fmla="*/ 30 h 435"/>
              <a:gd name="p0x5" fmla="*/ 1200 w 1200"/>
              <a:gd name="p0y5" fmla="*/ 405 h 435"/>
              <a:gd name="p0x6" fmla="*/ 1200 w 1200"/>
              <a:gd name="p0y6" fmla="*/ 421 h 435"/>
              <a:gd name="p0x7" fmla="*/ 1186 w 1200"/>
              <a:gd name="p0y7" fmla="*/ 435 h 435"/>
              <a:gd name="p0x8" fmla="*/ 1170 w 1200"/>
              <a:gd name="p0y8" fmla="*/ 435 h 435"/>
              <a:gd name="p0x9" fmla="*/ 30 w 1200"/>
              <a:gd name="p0y9" fmla="*/ 435 h 435"/>
              <a:gd name="p0x10" fmla="*/ 13 w 1200"/>
              <a:gd name="p0y10" fmla="*/ 435 h 435"/>
              <a:gd name="p0x11" fmla="*/ 0 w 1200"/>
              <a:gd name="p0y11" fmla="*/ 421 h 435"/>
              <a:gd name="p0x12" fmla="*/ 0 w 1200"/>
              <a:gd name="p0y12" fmla="*/ 405 h 435"/>
              <a:gd name="p0x13" fmla="*/ 0 w 1200"/>
              <a:gd name="p0y13" fmla="*/ 30 h 435"/>
              <a:gd name="p0x14" fmla="*/ 0 w 1200"/>
              <a:gd name="p0y14" fmla="*/ 13 h 435"/>
              <a:gd name="p0x15" fmla="*/ 13 w 1200"/>
              <a:gd name="p0y15" fmla="*/ 0 h 435"/>
              <a:gd name="p0x16" fmla="*/ 3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32"/>
            </p:custDataLst>
          </p:nvPr>
        </p:nvSpPr>
        <p:spPr>
          <a:xfrm>
            <a:off x="10725074" y="2957513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推荐方案</a:t>
            </a:r>
            <a:endParaRPr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3"/>
            </p:custDataLst>
          </p:nvPr>
        </p:nvSpPr>
        <p:spPr>
          <a:xfrm>
            <a:off x="5878830" y="42906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3333" t="-11556" r="-3333" b="-11556"/>
          <a:stretch>
            <a:fillRect/>
          </a:stretch>
        </p:blipFill>
        <p:spPr>
          <a:xfrm>
            <a:off x="5935980" y="4333875"/>
            <a:ext cx="152400" cy="1758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6297959" y="4257675"/>
            <a:ext cx="305261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JavaScript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实现相同的图算法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5878830" y="47097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941" t="-4314" r="-2941" b="-4314"/>
          <a:stretch>
            <a:fillRect/>
          </a:stretch>
        </p:blipFill>
        <p:spPr>
          <a:xfrm>
            <a:off x="5926455" y="4752975"/>
            <a:ext cx="171450" cy="175895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2"/>
            </p:custDataLst>
          </p:nvPr>
        </p:nvSpPr>
        <p:spPr>
          <a:xfrm>
            <a:off x="6297959" y="4676775"/>
            <a:ext cx="235520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借助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HTML5 Canvas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3"/>
            </p:custDataLst>
          </p:nvPr>
        </p:nvSpPr>
        <p:spPr>
          <a:xfrm>
            <a:off x="8500745" y="4705350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30 w 960"/>
              <a:gd name="p0y0" fmla="*/ 0 h 435"/>
              <a:gd name="p0x1" fmla="*/ 930 w 960"/>
              <a:gd name="p0y1" fmla="*/ 0 h 435"/>
              <a:gd name="p0x2" fmla="*/ 946 w 960"/>
              <a:gd name="p0y2" fmla="*/ 0 h 435"/>
              <a:gd name="p0x3" fmla="*/ 960 w 960"/>
              <a:gd name="p0y3" fmla="*/ 13 h 435"/>
              <a:gd name="p0x4" fmla="*/ 960 w 960"/>
              <a:gd name="p0y4" fmla="*/ 30 h 435"/>
              <a:gd name="p0x5" fmla="*/ 960 w 960"/>
              <a:gd name="p0y5" fmla="*/ 405 h 435"/>
              <a:gd name="p0x6" fmla="*/ 960 w 960"/>
              <a:gd name="p0y6" fmla="*/ 421 h 435"/>
              <a:gd name="p0x7" fmla="*/ 946 w 960"/>
              <a:gd name="p0y7" fmla="*/ 435 h 435"/>
              <a:gd name="p0x8" fmla="*/ 930 w 960"/>
              <a:gd name="p0y8" fmla="*/ 435 h 435"/>
              <a:gd name="p0x9" fmla="*/ 30 w 960"/>
              <a:gd name="p0y9" fmla="*/ 435 h 435"/>
              <a:gd name="p0x10" fmla="*/ 13 w 960"/>
              <a:gd name="p0y10" fmla="*/ 435 h 435"/>
              <a:gd name="p0x11" fmla="*/ 0 w 960"/>
              <a:gd name="p0y11" fmla="*/ 421 h 435"/>
              <a:gd name="p0x12" fmla="*/ 0 w 960"/>
              <a:gd name="p0y12" fmla="*/ 405 h 435"/>
              <a:gd name="p0x13" fmla="*/ 0 w 960"/>
              <a:gd name="p0y13" fmla="*/ 30 h 435"/>
              <a:gd name="p0x14" fmla="*/ 0 w 960"/>
              <a:gd name="p0y14" fmla="*/ 13 h 435"/>
              <a:gd name="p0x15" fmla="*/ 13 w 960"/>
              <a:gd name="p0y15" fmla="*/ 0 h 435"/>
              <a:gd name="p0x16" fmla="*/ 3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44"/>
            </p:custDataLst>
          </p:nvPr>
        </p:nvSpPr>
        <p:spPr>
          <a:xfrm>
            <a:off x="8576967" y="4743450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可视化</a:t>
            </a:r>
            <a:endParaRPr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9148534" y="4676775"/>
            <a:ext cx="1524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渲染景点分布图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6"/>
            </p:custDataLst>
          </p:nvPr>
        </p:nvSpPr>
        <p:spPr>
          <a:xfrm>
            <a:off x="5878830" y="51288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3333" t="-4314" r="-3333" b="-4314"/>
          <a:stretch>
            <a:fillRect/>
          </a:stretch>
        </p:blipFill>
        <p:spPr>
          <a:xfrm>
            <a:off x="5935980" y="5172075"/>
            <a:ext cx="152400" cy="1758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0"/>
            </p:custDataLst>
          </p:nvPr>
        </p:nvSpPr>
        <p:spPr>
          <a:xfrm>
            <a:off x="6297959" y="5095875"/>
            <a:ext cx="448590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提供按钮点击、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交互等更友好的用户体验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系统框架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410200" cy="5362575"/>
          </a:xfrm>
          <a:custGeom>
            <a:avLst/>
            <a:gdLst>
              <a:gd name="sw" fmla="*/ 1 w 8520"/>
              <a:gd name="sh" fmla="*/ 1 h 8445"/>
              <a:gd name="mins" fmla="min sw sh"/>
              <a:gd name="dsw" fmla="+- 0 sw mins"/>
              <a:gd name="dsh" fmla="+- 0 sh mins"/>
              <a:gd name="p0x0" fmla="*/ 150 w 8520"/>
              <a:gd name="p0y0" fmla="*/ 0 h 8445"/>
              <a:gd name="p0x1" fmla="*/ 8370 w 8520"/>
              <a:gd name="p0y1" fmla="*/ 0 h 8445"/>
              <a:gd name="p0x2" fmla="*/ 8452 w 8520"/>
              <a:gd name="p0y2" fmla="*/ 0 h 8445"/>
              <a:gd name="p0x3" fmla="*/ 8520 w 8520"/>
              <a:gd name="p0y3" fmla="*/ 67 h 8445"/>
              <a:gd name="p0x4" fmla="*/ 8520 w 8520"/>
              <a:gd name="p0y4" fmla="*/ 150 h 8445"/>
              <a:gd name="p0x5" fmla="*/ 8520 w 8520"/>
              <a:gd name="p0y5" fmla="*/ 8295 h 8445"/>
              <a:gd name="p0x6" fmla="*/ 8520 w 8520"/>
              <a:gd name="p0y6" fmla="*/ 8377 h 8445"/>
              <a:gd name="p0x7" fmla="*/ 8452 w 8520"/>
              <a:gd name="p0y7" fmla="*/ 8445 h 8445"/>
              <a:gd name="p0x8" fmla="*/ 8370 w 8520"/>
              <a:gd name="p0y8" fmla="*/ 8445 h 8445"/>
              <a:gd name="p0x9" fmla="*/ 150 w 8520"/>
              <a:gd name="p0y9" fmla="*/ 8445 h 8445"/>
              <a:gd name="p0x10" fmla="*/ 67 w 8520"/>
              <a:gd name="p0y10" fmla="*/ 8445 h 8445"/>
              <a:gd name="p0x11" fmla="*/ 0 w 8520"/>
              <a:gd name="p0y11" fmla="*/ 8377 h 8445"/>
              <a:gd name="p0x12" fmla="*/ 0 w 8520"/>
              <a:gd name="p0y12" fmla="*/ 8295 h 8445"/>
              <a:gd name="p0x13" fmla="*/ 0 w 8520"/>
              <a:gd name="p0y13" fmla="*/ 150 h 8445"/>
              <a:gd name="p0x14" fmla="*/ 0 w 8520"/>
              <a:gd name="p0y14" fmla="*/ 67 h 8445"/>
              <a:gd name="p0x15" fmla="*/ 67 w 8520"/>
              <a:gd name="p0y15" fmla="*/ 0 h 8445"/>
              <a:gd name="p0x16" fmla="*/ 150 w 852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13855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331595"/>
            <a:ext cx="303297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</a:t>
            </a:r>
            <a:r>
              <a:rPr lang="en-US" alt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三文件分层</a:t>
            </a:r>
            <a:endParaRPr lang="zh-CN" altLang="en-US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1876425"/>
            <a:ext cx="5019675" cy="873760"/>
          </a:xfrm>
          <a:custGeom>
            <a:avLst/>
            <a:gdLst>
              <a:gd name="sw" fmla="*/ 1 w 7905"/>
              <a:gd name="sh" fmla="*/ 1 h 1376"/>
              <a:gd name="mins" fmla="min sw sh"/>
              <a:gd name="dsw" fmla="+- 0 sw mins"/>
              <a:gd name="dsh" fmla="+- 0 sh mins"/>
              <a:gd name="p0x0" fmla="*/ 150 w 7905"/>
              <a:gd name="p0y0" fmla="*/ 0 h 1376"/>
              <a:gd name="p0x1" fmla="*/ 7755 w 7905"/>
              <a:gd name="p0y1" fmla="*/ 0 h 1376"/>
              <a:gd name="p0x2" fmla="*/ 7837 w 7905"/>
              <a:gd name="p0y2" fmla="*/ 0 h 1376"/>
              <a:gd name="p0x3" fmla="*/ 7905 w 7905"/>
              <a:gd name="p0y3" fmla="*/ 67 h 1376"/>
              <a:gd name="p0x4" fmla="*/ 7905 w 7905"/>
              <a:gd name="p0y4" fmla="*/ 150 h 1376"/>
              <a:gd name="p0x5" fmla="*/ 7905 w 7905"/>
              <a:gd name="p0y5" fmla="*/ 1226 h 1376"/>
              <a:gd name="p0x6" fmla="*/ 7905 w 7905"/>
              <a:gd name="p0y6" fmla="*/ 1309 h 1376"/>
              <a:gd name="p0x7" fmla="*/ 7837 w 7905"/>
              <a:gd name="p0y7" fmla="*/ 1376 h 1376"/>
              <a:gd name="p0x8" fmla="*/ 7755 w 7905"/>
              <a:gd name="p0y8" fmla="*/ 1376 h 1376"/>
              <a:gd name="p0x9" fmla="*/ 150 w 7905"/>
              <a:gd name="p0y9" fmla="*/ 1376 h 1376"/>
              <a:gd name="p0x10" fmla="*/ 67 w 7905"/>
              <a:gd name="p0y10" fmla="*/ 1376 h 1376"/>
              <a:gd name="p0x11" fmla="*/ 0 w 7905"/>
              <a:gd name="p0y11" fmla="*/ 1309 h 1376"/>
              <a:gd name="p0x12" fmla="*/ 0 w 7905"/>
              <a:gd name="p0y12" fmla="*/ 1226 h 1376"/>
              <a:gd name="p0x13" fmla="*/ 0 w 7905"/>
              <a:gd name="p0y13" fmla="*/ 150 h 1376"/>
              <a:gd name="p0x14" fmla="*/ 0 w 7905"/>
              <a:gd name="p0y14" fmla="*/ 67 h 1376"/>
              <a:gd name="p0x15" fmla="*/ 67 w 7905"/>
              <a:gd name="p0y15" fmla="*/ 0 h 1376"/>
              <a:gd name="p0x16" fmla="*/ 150 w 7905"/>
              <a:gd name="p0y16" fmla="*/ 0 h 13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85825" y="1974533"/>
            <a:ext cx="47910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graph.h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885825" y="2346960"/>
            <a:ext cx="47910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数据结构定义和函数声明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>
            <p:custDataLst>
              <p:tags r:id="rId11"/>
            </p:custDataLst>
          </p:nvPr>
        </p:nvSpPr>
        <p:spPr>
          <a:xfrm>
            <a:off x="771525" y="2864485"/>
            <a:ext cx="5019675" cy="9525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2988310"/>
            <a:ext cx="5019675" cy="874395"/>
          </a:xfrm>
          <a:custGeom>
            <a:avLst/>
            <a:gdLst>
              <a:gd name="sw" fmla="*/ 1 w 7905"/>
              <a:gd name="sh" fmla="*/ 1 h 1376"/>
              <a:gd name="mins" fmla="min sw sh"/>
              <a:gd name="dsw" fmla="+- 0 sw mins"/>
              <a:gd name="dsh" fmla="+- 0 sh mins"/>
              <a:gd name="p0x0" fmla="*/ 150 w 7905"/>
              <a:gd name="p0y0" fmla="*/ 0 h 1376"/>
              <a:gd name="p0x1" fmla="*/ 7755 w 7905"/>
              <a:gd name="p0y1" fmla="*/ 0 h 1376"/>
              <a:gd name="p0x2" fmla="*/ 7837 w 7905"/>
              <a:gd name="p0y2" fmla="*/ 0 h 1376"/>
              <a:gd name="p0x3" fmla="*/ 7905 w 7905"/>
              <a:gd name="p0y3" fmla="*/ 67 h 1376"/>
              <a:gd name="p0x4" fmla="*/ 7905 w 7905"/>
              <a:gd name="p0y4" fmla="*/ 150 h 1376"/>
              <a:gd name="p0x5" fmla="*/ 7905 w 7905"/>
              <a:gd name="p0y5" fmla="*/ 1226 h 1376"/>
              <a:gd name="p0x6" fmla="*/ 7905 w 7905"/>
              <a:gd name="p0y6" fmla="*/ 1309 h 1376"/>
              <a:gd name="p0x7" fmla="*/ 7837 w 7905"/>
              <a:gd name="p0y7" fmla="*/ 1376 h 1376"/>
              <a:gd name="p0x8" fmla="*/ 7755 w 7905"/>
              <a:gd name="p0y8" fmla="*/ 1376 h 1376"/>
              <a:gd name="p0x9" fmla="*/ 150 w 7905"/>
              <a:gd name="p0y9" fmla="*/ 1376 h 1376"/>
              <a:gd name="p0x10" fmla="*/ 67 w 7905"/>
              <a:gd name="p0y10" fmla="*/ 1376 h 1376"/>
              <a:gd name="p0x11" fmla="*/ 0 w 7905"/>
              <a:gd name="p0y11" fmla="*/ 1309 h 1376"/>
              <a:gd name="p0x12" fmla="*/ 0 w 7905"/>
              <a:gd name="p0y12" fmla="*/ 1226 h 1376"/>
              <a:gd name="p0x13" fmla="*/ 0 w 7905"/>
              <a:gd name="p0y13" fmla="*/ 150 h 1376"/>
              <a:gd name="p0x14" fmla="*/ 0 w 7905"/>
              <a:gd name="p0y14" fmla="*/ 67 h 1376"/>
              <a:gd name="p0x15" fmla="*/ 67 w 7905"/>
              <a:gd name="p0y15" fmla="*/ 0 h 1376"/>
              <a:gd name="p0x16" fmla="*/ 150 w 7905"/>
              <a:gd name="p0y16" fmla="*/ 0 h 13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885825" y="3087024"/>
            <a:ext cx="47910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graph.c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885825" y="3459451"/>
            <a:ext cx="47910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所有图算法的实现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>
            <p:custDataLst>
              <p:tags r:id="rId15"/>
            </p:custDataLst>
          </p:nvPr>
        </p:nvSpPr>
        <p:spPr>
          <a:xfrm>
            <a:off x="771525" y="3977005"/>
            <a:ext cx="5019675" cy="9525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771525" y="4100830"/>
            <a:ext cx="5019675" cy="874395"/>
          </a:xfrm>
          <a:custGeom>
            <a:avLst/>
            <a:gdLst>
              <a:gd name="sw" fmla="*/ 1 w 7905"/>
              <a:gd name="sh" fmla="*/ 1 h 1376"/>
              <a:gd name="mins" fmla="min sw sh"/>
              <a:gd name="dsw" fmla="+- 0 sw mins"/>
              <a:gd name="dsh" fmla="+- 0 sh mins"/>
              <a:gd name="p0x0" fmla="*/ 150 w 7905"/>
              <a:gd name="p0y0" fmla="*/ 0 h 1376"/>
              <a:gd name="p0x1" fmla="*/ 7755 w 7905"/>
              <a:gd name="p0y1" fmla="*/ 0 h 1376"/>
              <a:gd name="p0x2" fmla="*/ 7837 w 7905"/>
              <a:gd name="p0y2" fmla="*/ 0 h 1376"/>
              <a:gd name="p0x3" fmla="*/ 7905 w 7905"/>
              <a:gd name="p0y3" fmla="*/ 67 h 1376"/>
              <a:gd name="p0x4" fmla="*/ 7905 w 7905"/>
              <a:gd name="p0y4" fmla="*/ 150 h 1376"/>
              <a:gd name="p0x5" fmla="*/ 7905 w 7905"/>
              <a:gd name="p0y5" fmla="*/ 1226 h 1376"/>
              <a:gd name="p0x6" fmla="*/ 7905 w 7905"/>
              <a:gd name="p0y6" fmla="*/ 1309 h 1376"/>
              <a:gd name="p0x7" fmla="*/ 7837 w 7905"/>
              <a:gd name="p0y7" fmla="*/ 1376 h 1376"/>
              <a:gd name="p0x8" fmla="*/ 7755 w 7905"/>
              <a:gd name="p0y8" fmla="*/ 1376 h 1376"/>
              <a:gd name="p0x9" fmla="*/ 150 w 7905"/>
              <a:gd name="p0y9" fmla="*/ 1376 h 1376"/>
              <a:gd name="p0x10" fmla="*/ 67 w 7905"/>
              <a:gd name="p0y10" fmla="*/ 1376 h 1376"/>
              <a:gd name="p0x11" fmla="*/ 0 w 7905"/>
              <a:gd name="p0y11" fmla="*/ 1309 h 1376"/>
              <a:gd name="p0x12" fmla="*/ 0 w 7905"/>
              <a:gd name="p0y12" fmla="*/ 1226 h 1376"/>
              <a:gd name="p0x13" fmla="*/ 0 w 7905"/>
              <a:gd name="p0y13" fmla="*/ 150 h 1376"/>
              <a:gd name="p0x14" fmla="*/ 0 w 7905"/>
              <a:gd name="p0y14" fmla="*/ 67 h 1376"/>
              <a:gd name="p0x15" fmla="*/ 67 w 7905"/>
              <a:gd name="p0y15" fmla="*/ 0 h 1376"/>
              <a:gd name="p0x16" fmla="*/ 150 w 7905"/>
              <a:gd name="p0y16" fmla="*/ 0 h 13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85825" y="4199515"/>
            <a:ext cx="47910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main.c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885825" y="4571943"/>
            <a:ext cx="47910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控制台菜单和用户交互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6205220" y="1109345"/>
            <a:ext cx="5410200" cy="5362613"/>
          </a:xfrm>
          <a:custGeom>
            <a:avLst/>
            <a:gdLst>
              <a:gd name="sw" fmla="*/ 1 w 8520"/>
              <a:gd name="sh" fmla="*/ 1 h 4050"/>
              <a:gd name="mins" fmla="min sw sh"/>
              <a:gd name="dsw" fmla="+- 0 sw mins"/>
              <a:gd name="dsh" fmla="+- 0 sh mins"/>
              <a:gd name="p0x0" fmla="*/ 150 w 8520"/>
              <a:gd name="p0y0" fmla="*/ 0 h 4050"/>
              <a:gd name="p0x1" fmla="*/ 8370 w 8520"/>
              <a:gd name="p0y1" fmla="*/ 0 h 4050"/>
              <a:gd name="p0x2" fmla="*/ 8452 w 8520"/>
              <a:gd name="p0y2" fmla="*/ 0 h 4050"/>
              <a:gd name="p0x3" fmla="*/ 8520 w 8520"/>
              <a:gd name="p0y3" fmla="*/ 67 h 4050"/>
              <a:gd name="p0x4" fmla="*/ 8520 w 8520"/>
              <a:gd name="p0y4" fmla="*/ 150 h 4050"/>
              <a:gd name="p0x5" fmla="*/ 8520 w 8520"/>
              <a:gd name="p0y5" fmla="*/ 3900 h 4050"/>
              <a:gd name="p0x6" fmla="*/ 8520 w 8520"/>
              <a:gd name="p0y6" fmla="*/ 3982 h 4050"/>
              <a:gd name="p0x7" fmla="*/ 8452 w 8520"/>
              <a:gd name="p0y7" fmla="*/ 4050 h 4050"/>
              <a:gd name="p0x8" fmla="*/ 8370 w 8520"/>
              <a:gd name="p0y8" fmla="*/ 4050 h 4050"/>
              <a:gd name="p0x9" fmla="*/ 150 w 8520"/>
              <a:gd name="p0y9" fmla="*/ 4050 h 4050"/>
              <a:gd name="p0x10" fmla="*/ 67 w 8520"/>
              <a:gd name="p0y10" fmla="*/ 4050 h 4050"/>
              <a:gd name="p0x11" fmla="*/ 0 w 8520"/>
              <a:gd name="p0y11" fmla="*/ 3982 h 4050"/>
              <a:gd name="p0x12" fmla="*/ 0 w 8520"/>
              <a:gd name="p0y12" fmla="*/ 3900 h 4050"/>
              <a:gd name="p0x13" fmla="*/ 0 w 8520"/>
              <a:gd name="p0y13" fmla="*/ 150 h 4050"/>
              <a:gd name="p0x14" fmla="*/ 0 w 8520"/>
              <a:gd name="p0y14" fmla="*/ 67 h 4050"/>
              <a:gd name="p0x15" fmla="*/ 67 w 8520"/>
              <a:gd name="p0y15" fmla="*/ 0 h 4050"/>
              <a:gd name="p0x16" fmla="*/ 150 w 8520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640080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6517005" y="1385570"/>
            <a:ext cx="186055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6934200" y="1331595"/>
            <a:ext cx="307136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</a:t>
            </a:r>
            <a:r>
              <a:rPr lang="en-US" alt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单文件架构</a:t>
            </a:r>
            <a:endParaRPr lang="zh-CN" altLang="en-US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6400800" y="2509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4259" t="-1061" r="-4259" b="-1061"/>
          <a:stretch>
            <a:fillRect/>
          </a:stretch>
        </p:blipFill>
        <p:spPr>
          <a:xfrm>
            <a:off x="6478905" y="2571750"/>
            <a:ext cx="186055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6858000" y="2209800"/>
            <a:ext cx="1976438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index.html</a:t>
            </a:r>
            <a:r>
              <a:rPr 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内嵌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JavaScript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，浏览器直接打开即可使用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8986520" y="2509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7895" t="-1061" r="-7895" b="-1061"/>
          <a:stretch>
            <a:fillRect/>
          </a:stretch>
        </p:blipFill>
        <p:spPr>
          <a:xfrm>
            <a:off x="9053175" y="2571698"/>
            <a:ext cx="209550" cy="21399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9444038" y="2362200"/>
            <a:ext cx="197643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单文件承载完整功能，无需编译部署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功能模块设计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50 w 5544"/>
              <a:gd name="p0y0" fmla="*/ 0 h 4035"/>
              <a:gd name="p0x1" fmla="*/ 5394 w 5544"/>
              <a:gd name="p0y1" fmla="*/ 0 h 4035"/>
              <a:gd name="p0x2" fmla="*/ 5477 w 5544"/>
              <a:gd name="p0y2" fmla="*/ 0 h 4035"/>
              <a:gd name="p0x3" fmla="*/ 5544 w 5544"/>
              <a:gd name="p0y3" fmla="*/ 67 h 4035"/>
              <a:gd name="p0x4" fmla="*/ 5544 w 5544"/>
              <a:gd name="p0y4" fmla="*/ 150 h 4035"/>
              <a:gd name="p0x5" fmla="*/ 5544 w 5544"/>
              <a:gd name="p0y5" fmla="*/ 3885 h 4035"/>
              <a:gd name="p0x6" fmla="*/ 5544 w 5544"/>
              <a:gd name="p0y6" fmla="*/ 3967 h 4035"/>
              <a:gd name="p0x7" fmla="*/ 5477 w 5544"/>
              <a:gd name="p0y7" fmla="*/ 4035 h 4035"/>
              <a:gd name="p0x8" fmla="*/ 5394 w 5544"/>
              <a:gd name="p0y8" fmla="*/ 4035 h 4035"/>
              <a:gd name="p0x9" fmla="*/ 150 w 5544"/>
              <a:gd name="p0y9" fmla="*/ 4035 h 4035"/>
              <a:gd name="p0x10" fmla="*/ 67 w 5544"/>
              <a:gd name="p0y10" fmla="*/ 4035 h 4035"/>
              <a:gd name="p0x11" fmla="*/ 0 w 5544"/>
              <a:gd name="p0y11" fmla="*/ 3967 h 4035"/>
              <a:gd name="p0x12" fmla="*/ 0 w 5544"/>
              <a:gd name="p0y12" fmla="*/ 3885 h 4035"/>
              <a:gd name="p0x13" fmla="*/ 0 w 5544"/>
              <a:gd name="p0y13" fmla="*/ 150 h 4035"/>
              <a:gd name="p0x14" fmla="*/ 0 w 5544"/>
              <a:gd name="p0y14" fmla="*/ 67 h 4035"/>
              <a:gd name="p0x15" fmla="*/ 67 w 5544"/>
              <a:gd name="p0y15" fmla="*/ 0 h 4035"/>
              <a:gd name="p0x16" fmla="*/ 15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5373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1617980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588827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数据管理模块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055552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支持景点和边的增删操作，动态维护景区拓扑结构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1525" y="2680335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重建邻接矩阵，确保数据变更后系统状态一致性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3351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50 w 5544"/>
              <a:gd name="p0y0" fmla="*/ 0 h 4035"/>
              <a:gd name="p0x1" fmla="*/ 5394 w 5544"/>
              <a:gd name="p0y1" fmla="*/ 0 h 4035"/>
              <a:gd name="p0x2" fmla="*/ 5477 w 5544"/>
              <a:gd name="p0y2" fmla="*/ 0 h 4035"/>
              <a:gd name="p0x3" fmla="*/ 5544 w 5544"/>
              <a:gd name="p0y3" fmla="*/ 67 h 4035"/>
              <a:gd name="p0x4" fmla="*/ 5544 w 5544"/>
              <a:gd name="p0y4" fmla="*/ 150 h 4035"/>
              <a:gd name="p0x5" fmla="*/ 5544 w 5544"/>
              <a:gd name="p0y5" fmla="*/ 3885 h 4035"/>
              <a:gd name="p0x6" fmla="*/ 5544 w 5544"/>
              <a:gd name="p0y6" fmla="*/ 3967 h 4035"/>
              <a:gd name="p0x7" fmla="*/ 5477 w 5544"/>
              <a:gd name="p0y7" fmla="*/ 4035 h 4035"/>
              <a:gd name="p0x8" fmla="*/ 5394 w 5544"/>
              <a:gd name="p0y8" fmla="*/ 4035 h 4035"/>
              <a:gd name="p0x9" fmla="*/ 150 w 5544"/>
              <a:gd name="p0y9" fmla="*/ 4035 h 4035"/>
              <a:gd name="p0x10" fmla="*/ 67 w 5544"/>
              <a:gd name="p0y10" fmla="*/ 4035 h 4035"/>
              <a:gd name="p0x11" fmla="*/ 0 w 5544"/>
              <a:gd name="p0y11" fmla="*/ 3967 h 4035"/>
              <a:gd name="p0x12" fmla="*/ 0 w 5544"/>
              <a:gd name="p0y12" fmla="*/ 3885 h 4035"/>
              <a:gd name="p0x13" fmla="*/ 0 w 5544"/>
              <a:gd name="p0y13" fmla="*/ 150 h 4035"/>
              <a:gd name="p0x14" fmla="*/ 0 w 5544"/>
              <a:gd name="p0y14" fmla="*/ 67 h 4035"/>
              <a:gd name="p0x15" fmla="*/ 67 w 5544"/>
              <a:gd name="p0y15" fmla="*/ 0 h 4035"/>
              <a:gd name="p0x16" fmla="*/ 15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530090" y="15373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4630420" y="1617980"/>
            <a:ext cx="219075" cy="2527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5064099" y="1588827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邻接矩阵展示模块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530699" y="2055552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遍历邻接表获取景点连接关系，构建完整邻接矩阵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530699" y="2680335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格式化输出邻接矩阵，直观呈现景点间连通状态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8094345" y="110934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50 w 5544"/>
              <a:gd name="p0y0" fmla="*/ 0 h 4035"/>
              <a:gd name="p0x1" fmla="*/ 5394 w 5544"/>
              <a:gd name="p0y1" fmla="*/ 0 h 4035"/>
              <a:gd name="p0x2" fmla="*/ 5477 w 5544"/>
              <a:gd name="p0y2" fmla="*/ 0 h 4035"/>
              <a:gd name="p0x3" fmla="*/ 5544 w 5544"/>
              <a:gd name="p0y3" fmla="*/ 67 h 4035"/>
              <a:gd name="p0x4" fmla="*/ 5544 w 5544"/>
              <a:gd name="p0y4" fmla="*/ 150 h 4035"/>
              <a:gd name="p0x5" fmla="*/ 5544 w 5544"/>
              <a:gd name="p0y5" fmla="*/ 3885 h 4035"/>
              <a:gd name="p0x6" fmla="*/ 5544 w 5544"/>
              <a:gd name="p0y6" fmla="*/ 3967 h 4035"/>
              <a:gd name="p0x7" fmla="*/ 5477 w 5544"/>
              <a:gd name="p0y7" fmla="*/ 4035 h 4035"/>
              <a:gd name="p0x8" fmla="*/ 5394 w 5544"/>
              <a:gd name="p0y8" fmla="*/ 4035 h 4035"/>
              <a:gd name="p0x9" fmla="*/ 150 w 5544"/>
              <a:gd name="p0y9" fmla="*/ 4035 h 4035"/>
              <a:gd name="p0x10" fmla="*/ 67 w 5544"/>
              <a:gd name="p0y10" fmla="*/ 4035 h 4035"/>
              <a:gd name="p0x11" fmla="*/ 0 w 5544"/>
              <a:gd name="p0y11" fmla="*/ 3967 h 4035"/>
              <a:gd name="p0x12" fmla="*/ 0 w 5544"/>
              <a:gd name="p0y12" fmla="*/ 3885 h 4035"/>
              <a:gd name="p0x13" fmla="*/ 0 w 5544"/>
              <a:gd name="p0y13" fmla="*/ 150 h 4035"/>
              <a:gd name="p0x14" fmla="*/ 0 w 5544"/>
              <a:gd name="p0y14" fmla="*/ 67 h 4035"/>
              <a:gd name="p0x15" fmla="*/ 67 w 5544"/>
              <a:gd name="p0y15" fmla="*/ 0 h 4035"/>
              <a:gd name="p0x16" fmla="*/ 15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8289290" y="15373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375015" y="161798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8823274" y="1588827"/>
            <a:ext cx="206729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导游线路模块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8289874" y="2055552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从入口景点出发，递归进行深度优先遍历搜索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8289874" y="2680335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记录完整游览过程，生成深度优先搜索导游线路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5759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50 w 5544"/>
              <a:gd name="p0y0" fmla="*/ 0 h 4035"/>
              <a:gd name="p0x1" fmla="*/ 5394 w 5544"/>
              <a:gd name="p0y1" fmla="*/ 0 h 4035"/>
              <a:gd name="p0x2" fmla="*/ 5477 w 5544"/>
              <a:gd name="p0y2" fmla="*/ 0 h 4035"/>
              <a:gd name="p0x3" fmla="*/ 5544 w 5544"/>
              <a:gd name="p0y3" fmla="*/ 67 h 4035"/>
              <a:gd name="p0x4" fmla="*/ 5544 w 5544"/>
              <a:gd name="p0y4" fmla="*/ 150 h 4035"/>
              <a:gd name="p0x5" fmla="*/ 5544 w 5544"/>
              <a:gd name="p0y5" fmla="*/ 3885 h 4035"/>
              <a:gd name="p0x6" fmla="*/ 5544 w 5544"/>
              <a:gd name="p0y6" fmla="*/ 3967 h 4035"/>
              <a:gd name="p0x7" fmla="*/ 5477 w 5544"/>
              <a:gd name="p0y7" fmla="*/ 4035 h 4035"/>
              <a:gd name="p0x8" fmla="*/ 5394 w 5544"/>
              <a:gd name="p0y8" fmla="*/ 4035 h 4035"/>
              <a:gd name="p0x9" fmla="*/ 150 w 5544"/>
              <a:gd name="p0y9" fmla="*/ 4035 h 4035"/>
              <a:gd name="p0x10" fmla="*/ 67 w 5544"/>
              <a:gd name="p0y10" fmla="*/ 4035 h 4035"/>
              <a:gd name="p0x11" fmla="*/ 0 w 5544"/>
              <a:gd name="p0y11" fmla="*/ 3967 h 4035"/>
              <a:gd name="p0x12" fmla="*/ 0 w 5544"/>
              <a:gd name="p0y12" fmla="*/ 3885 h 4035"/>
              <a:gd name="p0x13" fmla="*/ 0 w 5544"/>
              <a:gd name="p0y13" fmla="*/ 150 h 4035"/>
              <a:gd name="p0x14" fmla="*/ 0 w 5544"/>
              <a:gd name="p0y14" fmla="*/ 67 h 4035"/>
              <a:gd name="p0x15" fmla="*/ 67 w 5544"/>
              <a:gd name="p0y15" fmla="*/ 0 h 4035"/>
              <a:gd name="p0x16" fmla="*/ 15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771525" y="43376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4418330"/>
            <a:ext cx="247650" cy="2527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1304925" y="4389177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回路检测模块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2"/>
            </p:custDataLst>
          </p:nvPr>
        </p:nvSpPr>
        <p:spPr>
          <a:xfrm>
            <a:off x="771525" y="4855902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tourPath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中每个景点的出现次数，识别重复访问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771525" y="5480685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提取重复路径片段，检测导游线路中的环路结构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4"/>
            </p:custDataLst>
          </p:nvPr>
        </p:nvSpPr>
        <p:spPr>
          <a:xfrm>
            <a:off x="43351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50 w 5544"/>
              <a:gd name="p0y0" fmla="*/ 0 h 4035"/>
              <a:gd name="p0x1" fmla="*/ 5394 w 5544"/>
              <a:gd name="p0y1" fmla="*/ 0 h 4035"/>
              <a:gd name="p0x2" fmla="*/ 5477 w 5544"/>
              <a:gd name="p0y2" fmla="*/ 0 h 4035"/>
              <a:gd name="p0x3" fmla="*/ 5544 w 5544"/>
              <a:gd name="p0y3" fmla="*/ 67 h 4035"/>
              <a:gd name="p0x4" fmla="*/ 5544 w 5544"/>
              <a:gd name="p0y4" fmla="*/ 150 h 4035"/>
              <a:gd name="p0x5" fmla="*/ 5544 w 5544"/>
              <a:gd name="p0y5" fmla="*/ 3885 h 4035"/>
              <a:gd name="p0x6" fmla="*/ 5544 w 5544"/>
              <a:gd name="p0y6" fmla="*/ 3967 h 4035"/>
              <a:gd name="p0x7" fmla="*/ 5477 w 5544"/>
              <a:gd name="p0y7" fmla="*/ 4035 h 4035"/>
              <a:gd name="p0x8" fmla="*/ 5394 w 5544"/>
              <a:gd name="p0y8" fmla="*/ 4035 h 4035"/>
              <a:gd name="p0x9" fmla="*/ 150 w 5544"/>
              <a:gd name="p0y9" fmla="*/ 4035 h 4035"/>
              <a:gd name="p0x10" fmla="*/ 67 w 5544"/>
              <a:gd name="p0y10" fmla="*/ 4035 h 4035"/>
              <a:gd name="p0x11" fmla="*/ 0 w 5544"/>
              <a:gd name="p0y11" fmla="*/ 3967 h 4035"/>
              <a:gd name="p0x12" fmla="*/ 0 w 5544"/>
              <a:gd name="p0y12" fmla="*/ 3885 h 4035"/>
              <a:gd name="p0x13" fmla="*/ 0 w 5544"/>
              <a:gd name="p0y13" fmla="*/ 150 h 4035"/>
              <a:gd name="p0x14" fmla="*/ 0 w 5544"/>
              <a:gd name="p0y14" fmla="*/ 67 h 4035"/>
              <a:gd name="p0x15" fmla="*/ 67 w 5544"/>
              <a:gd name="p0y15" fmla="*/ 0 h 4035"/>
              <a:gd name="p0x16" fmla="*/ 15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4530090" y="43376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615815" y="4418330"/>
            <a:ext cx="247650" cy="2527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9"/>
            </p:custDataLst>
          </p:nvPr>
        </p:nvSpPr>
        <p:spPr>
          <a:xfrm>
            <a:off x="5064099" y="4389177"/>
            <a:ext cx="240402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最短路径模块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4530699" y="4855902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采用贪心策略，每次选取当前距离最小的未访问顶点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1"/>
            </p:custDataLst>
          </p:nvPr>
        </p:nvSpPr>
        <p:spPr>
          <a:xfrm>
            <a:off x="4530699" y="5480685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prev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visited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三个数组，计算最优路径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8094345" y="3909695"/>
            <a:ext cx="3521075" cy="2562225"/>
          </a:xfrm>
          <a:custGeom>
            <a:avLst/>
            <a:gdLst>
              <a:gd name="sw" fmla="*/ 1 w 5544"/>
              <a:gd name="sh" fmla="*/ 1 h 4035"/>
              <a:gd name="mins" fmla="min sw sh"/>
              <a:gd name="dsw" fmla="+- 0 sw mins"/>
              <a:gd name="dsh" fmla="+- 0 sh mins"/>
              <a:gd name="p0x0" fmla="*/ 150 w 5544"/>
              <a:gd name="p0y0" fmla="*/ 0 h 4035"/>
              <a:gd name="p0x1" fmla="*/ 5394 w 5544"/>
              <a:gd name="p0y1" fmla="*/ 0 h 4035"/>
              <a:gd name="p0x2" fmla="*/ 5477 w 5544"/>
              <a:gd name="p0y2" fmla="*/ 0 h 4035"/>
              <a:gd name="p0x3" fmla="*/ 5544 w 5544"/>
              <a:gd name="p0y3" fmla="*/ 67 h 4035"/>
              <a:gd name="p0x4" fmla="*/ 5544 w 5544"/>
              <a:gd name="p0y4" fmla="*/ 150 h 4035"/>
              <a:gd name="p0x5" fmla="*/ 5544 w 5544"/>
              <a:gd name="p0y5" fmla="*/ 3885 h 4035"/>
              <a:gd name="p0x6" fmla="*/ 5544 w 5544"/>
              <a:gd name="p0y6" fmla="*/ 3967 h 4035"/>
              <a:gd name="p0x7" fmla="*/ 5477 w 5544"/>
              <a:gd name="p0y7" fmla="*/ 4035 h 4035"/>
              <a:gd name="p0x8" fmla="*/ 5394 w 5544"/>
              <a:gd name="p0y8" fmla="*/ 4035 h 4035"/>
              <a:gd name="p0x9" fmla="*/ 150 w 5544"/>
              <a:gd name="p0y9" fmla="*/ 4035 h 4035"/>
              <a:gd name="p0x10" fmla="*/ 67 w 5544"/>
              <a:gd name="p0y10" fmla="*/ 4035 h 4035"/>
              <a:gd name="p0x11" fmla="*/ 0 w 5544"/>
              <a:gd name="p0y11" fmla="*/ 3967 h 4035"/>
              <a:gd name="p0x12" fmla="*/ 0 w 5544"/>
              <a:gd name="p0y12" fmla="*/ 3885 h 4035"/>
              <a:gd name="p0x13" fmla="*/ 0 w 5544"/>
              <a:gd name="p0y13" fmla="*/ 150 h 4035"/>
              <a:gd name="p0x14" fmla="*/ 0 w 5544"/>
              <a:gd name="p0y14" fmla="*/ 67 h 4035"/>
              <a:gd name="p0x15" fmla="*/ 67 w 5544"/>
              <a:gd name="p0y15" fmla="*/ 0 h 4035"/>
              <a:gd name="p0x16" fmla="*/ 150 w 5544"/>
              <a:gd name="p0y16" fmla="*/ 0 h 40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8289290" y="43376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8358505" y="4418330"/>
            <a:ext cx="281305" cy="2527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8823274" y="4389177"/>
            <a:ext cx="232238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最小生成树模块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8"/>
            </p:custDataLst>
          </p:nvPr>
        </p:nvSpPr>
        <p:spPr>
          <a:xfrm>
            <a:off x="8289874" y="4855902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从顶点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开始，逐步扩展最小生成树覆盖范围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49"/>
            </p:custDataLst>
          </p:nvPr>
        </p:nvSpPr>
        <p:spPr>
          <a:xfrm>
            <a:off x="8289874" y="5480685"/>
            <a:ext cx="31305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每次选取连接树与非树顶点的最小权边加入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边集合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项目实现过程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关键算法实现：</a:t>
            </a:r>
            <a:r>
              <a:rPr lang="en-US" alt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最短路径</a:t>
            </a:r>
            <a:endParaRPr lang="zh-CN" altLang="en-US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"/>
            </p:custDataLst>
          </p:nvPr>
        </p:nvSpPr>
        <p:spPr>
          <a:xfrm>
            <a:off x="571500" y="6220460"/>
            <a:ext cx="4852035" cy="256540"/>
          </a:xfrm>
          <a:custGeom>
            <a:avLst/>
            <a:gdLst>
              <a:gd name="sw" fmla="*/ 1 w 8792"/>
              <a:gd name="sh" fmla="*/ 1 h 465"/>
              <a:gd name="mins" fmla="min sw sh"/>
              <a:gd name="dsw" fmla="+- 0 sw mins"/>
              <a:gd name="dsh" fmla="+- 0 sh mins"/>
              <a:gd name="p0x0" fmla="*/ 150 w 8792"/>
              <a:gd name="p0y0" fmla="*/ 0 h 465"/>
              <a:gd name="p0x1" fmla="*/ 8642 w 8792"/>
              <a:gd name="p0y1" fmla="*/ 0 h 465"/>
              <a:gd name="p0x2" fmla="*/ 8725 w 8792"/>
              <a:gd name="p0y2" fmla="*/ 0 h 465"/>
              <a:gd name="p0x3" fmla="*/ 8792 w 8792"/>
              <a:gd name="p0y3" fmla="*/ 67 h 465"/>
              <a:gd name="p0x4" fmla="*/ 8792 w 8792"/>
              <a:gd name="p0y4" fmla="*/ 150 h 465"/>
              <a:gd name="p0x5" fmla="*/ 8792 w 8792"/>
              <a:gd name="p0y5" fmla="*/ 315 h 465"/>
              <a:gd name="p0x6" fmla="*/ 8792 w 8792"/>
              <a:gd name="p0y6" fmla="*/ 397 h 465"/>
              <a:gd name="p0x7" fmla="*/ 8725 w 8792"/>
              <a:gd name="p0y7" fmla="*/ 465 h 465"/>
              <a:gd name="p0x8" fmla="*/ 8642 w 8792"/>
              <a:gd name="p0y8" fmla="*/ 465 h 465"/>
              <a:gd name="p0x9" fmla="*/ 150 w 8792"/>
              <a:gd name="p0y9" fmla="*/ 465 h 465"/>
              <a:gd name="p0x10" fmla="*/ 67 w 8792"/>
              <a:gd name="p0y10" fmla="*/ 465 h 465"/>
              <a:gd name="p0x11" fmla="*/ 0 w 8792"/>
              <a:gd name="p0y11" fmla="*/ 397 h 465"/>
              <a:gd name="p0x12" fmla="*/ 0 w 8792"/>
              <a:gd name="p0y12" fmla="*/ 315 h 465"/>
              <a:gd name="p0x13" fmla="*/ 0 w 8792"/>
              <a:gd name="p0y13" fmla="*/ 150 h 465"/>
              <a:gd name="p0x14" fmla="*/ 0 w 8792"/>
              <a:gd name="p0y14" fmla="*/ 67 h 465"/>
              <a:gd name="p0x15" fmla="*/ 67 w 8792"/>
              <a:gd name="p0y15" fmla="*/ 0 h 465"/>
              <a:gd name="p0x16" fmla="*/ 150 w 8792"/>
              <a:gd name="p0y16" fmla="*/ 0 h 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846" t="-5641" r="-3846" b="-5641"/>
          <a:stretch>
            <a:fillRect/>
          </a:stretch>
        </p:blipFill>
        <p:spPr>
          <a:xfrm>
            <a:off x="1697990" y="6286500"/>
            <a:ext cx="115570" cy="12001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1894840" y="6261735"/>
            <a:ext cx="2548890" cy="173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4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景点数量不超过</a:t>
            </a:r>
            <a:r>
              <a:rPr lang="en-US" altLang="zh-CN" sz="104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04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，复杂度完全满足需求</a:t>
            </a:r>
            <a:endParaRPr lang="zh-CN" altLang="en-US" sz="104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8"/>
            </p:custDataLst>
          </p:nvPr>
        </p:nvSpPr>
        <p:spPr>
          <a:xfrm>
            <a:off x="575310" y="1108710"/>
            <a:ext cx="4843780" cy="3752850"/>
          </a:xfrm>
          <a:custGeom>
            <a:avLst/>
            <a:gdLst>
              <a:gd name="sw" fmla="*/ 1 w 8777"/>
              <a:gd name="sh" fmla="*/ 1 h 6801"/>
              <a:gd name="mins" fmla="min sw sh"/>
              <a:gd name="dsw" fmla="+- 0 sw mins"/>
              <a:gd name="dsh" fmla="+- 0 sh mins"/>
              <a:gd name="p0x0" fmla="*/ 150 w 8777"/>
              <a:gd name="p0y0" fmla="*/ 0 h 6801"/>
              <a:gd name="p0x1" fmla="*/ 8627 w 8777"/>
              <a:gd name="p0y1" fmla="*/ 0 h 6801"/>
              <a:gd name="p0x2" fmla="*/ 8710 w 8777"/>
              <a:gd name="p0y2" fmla="*/ 0 h 6801"/>
              <a:gd name="p0x3" fmla="*/ 8777 w 8777"/>
              <a:gd name="p0y3" fmla="*/ 67 h 6801"/>
              <a:gd name="p0x4" fmla="*/ 8777 w 8777"/>
              <a:gd name="p0y4" fmla="*/ 150 h 6801"/>
              <a:gd name="p0x5" fmla="*/ 8777 w 8777"/>
              <a:gd name="p0y5" fmla="*/ 6651 h 6801"/>
              <a:gd name="p0x6" fmla="*/ 8777 w 8777"/>
              <a:gd name="p0y6" fmla="*/ 6733 h 6801"/>
              <a:gd name="p0x7" fmla="*/ 8710 w 8777"/>
              <a:gd name="p0y7" fmla="*/ 6801 h 6801"/>
              <a:gd name="p0x8" fmla="*/ 8627 w 8777"/>
              <a:gd name="p0y8" fmla="*/ 6801 h 6801"/>
              <a:gd name="p0x9" fmla="*/ 150 w 8777"/>
              <a:gd name="p0y9" fmla="*/ 6801 h 6801"/>
              <a:gd name="p0x10" fmla="*/ 67 w 8777"/>
              <a:gd name="p0y10" fmla="*/ 6801 h 6801"/>
              <a:gd name="p0x11" fmla="*/ 0 w 8777"/>
              <a:gd name="p0y11" fmla="*/ 6733 h 6801"/>
              <a:gd name="p0x12" fmla="*/ 0 w 8777"/>
              <a:gd name="p0y12" fmla="*/ 6651 h 6801"/>
              <a:gd name="p0x13" fmla="*/ 0 w 8777"/>
              <a:gd name="p0y13" fmla="*/ 150 h 6801"/>
              <a:gd name="p0x14" fmla="*/ 0 w 8777"/>
              <a:gd name="p0y14" fmla="*/ 67 h 6801"/>
              <a:gd name="p0x15" fmla="*/ 67 w 8777"/>
              <a:gd name="p0y15" fmla="*/ 0 h 6801"/>
              <a:gd name="p0x16" fmla="*/ 150 w 8777"/>
              <a:gd name="p0y16" fmla="*/ 0 h 680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8278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9"/>
            </p:custDataLst>
          </p:nvPr>
        </p:nvSpPr>
        <p:spPr>
          <a:xfrm>
            <a:off x="745490" y="1278890"/>
            <a:ext cx="363855" cy="36385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19785" y="1348740"/>
            <a:ext cx="215265" cy="21971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3"/>
            </p:custDataLst>
          </p:nvPr>
        </p:nvSpPr>
        <p:spPr>
          <a:xfrm>
            <a:off x="1209040" y="1301750"/>
            <a:ext cx="2049145" cy="318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82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 </a:t>
            </a:r>
            <a:r>
              <a:rPr lang="zh-CN" sz="182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算法流程</a:t>
            </a:r>
            <a:endParaRPr lang="zh-CN" sz="182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14"/>
            </p:custDataLst>
          </p:nvPr>
        </p:nvSpPr>
        <p:spPr>
          <a:xfrm>
            <a:off x="745490" y="1911350"/>
            <a:ext cx="231775" cy="23177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2333" t="-16061" r="-12333" b="-16061"/>
          <a:stretch>
            <a:fillRect/>
          </a:stretch>
        </p:blipFill>
        <p:spPr>
          <a:xfrm>
            <a:off x="809625" y="1964690"/>
            <a:ext cx="102870" cy="12001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1076325" y="1882140"/>
            <a:ext cx="4173220" cy="227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初始化数组</a:t>
            </a:r>
            <a:endParaRPr sz="13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9"/>
            </p:custDataLst>
          </p:nvPr>
        </p:nvSpPr>
        <p:spPr>
          <a:xfrm>
            <a:off x="1076325" y="2121535"/>
            <a:ext cx="4173220" cy="496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数组起点为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、其余为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prev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数组全为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visited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数组全为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false</a:t>
            </a:r>
            <a:endParaRPr lang="en-US" altLang="zh-CN" sz="117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20"/>
            </p:custDataLst>
          </p:nvPr>
        </p:nvSpPr>
        <p:spPr>
          <a:xfrm>
            <a:off x="745490" y="2644775"/>
            <a:ext cx="231775" cy="23177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03275" y="2698115"/>
            <a:ext cx="115570" cy="12001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2"/>
            </p:custDataLst>
          </p:nvPr>
        </p:nvSpPr>
        <p:spPr>
          <a:xfrm>
            <a:off x="1076325" y="2615565"/>
            <a:ext cx="3704590" cy="227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选取最小顶点</a:t>
            </a:r>
            <a:endParaRPr sz="13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3"/>
            </p:custDataLst>
          </p:nvPr>
        </p:nvSpPr>
        <p:spPr>
          <a:xfrm>
            <a:off x="1076325" y="2854960"/>
            <a:ext cx="4002405" cy="2584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主循环执行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次，每次从未访问顶点中选取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值最小的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endParaRPr lang="en-US" altLang="zh-CN" sz="117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4"/>
            </p:custDataLst>
          </p:nvPr>
        </p:nvSpPr>
        <p:spPr>
          <a:xfrm>
            <a:off x="745490" y="3139440"/>
            <a:ext cx="231775" cy="23177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03275" y="3192780"/>
            <a:ext cx="115570" cy="12065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8"/>
            </p:custDataLst>
          </p:nvPr>
        </p:nvSpPr>
        <p:spPr>
          <a:xfrm>
            <a:off x="1076325" y="3110865"/>
            <a:ext cx="4173220" cy="2273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标记并更新邻接点</a:t>
            </a:r>
            <a:endParaRPr sz="13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9"/>
            </p:custDataLst>
          </p:nvPr>
        </p:nvSpPr>
        <p:spPr>
          <a:xfrm>
            <a:off x="1076325" y="3349625"/>
            <a:ext cx="4173220" cy="496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visited[u]=true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，遍历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的所有邻接顶点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，若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dist[u]+weight&lt;dist[v]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则更新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dist[v]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prev[v]</a:t>
            </a:r>
            <a:endParaRPr lang="en-US" altLang="zh-CN" sz="117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30"/>
            </p:custDataLst>
          </p:nvPr>
        </p:nvSpPr>
        <p:spPr>
          <a:xfrm>
            <a:off x="745490" y="3872230"/>
            <a:ext cx="231775" cy="23177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6667" t="-5641" r="-6667" b="-5641"/>
          <a:stretch>
            <a:fillRect/>
          </a:stretch>
        </p:blipFill>
        <p:spPr>
          <a:xfrm>
            <a:off x="809625" y="3926205"/>
            <a:ext cx="102870" cy="12001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4"/>
            </p:custDataLst>
          </p:nvPr>
        </p:nvSpPr>
        <p:spPr>
          <a:xfrm>
            <a:off x="1076325" y="3843655"/>
            <a:ext cx="4173220" cy="2279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路径回溯判断</a:t>
            </a:r>
            <a:endParaRPr sz="13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5"/>
            </p:custDataLst>
          </p:nvPr>
        </p:nvSpPr>
        <p:spPr>
          <a:xfrm>
            <a:off x="1076325" y="4083050"/>
            <a:ext cx="4173220" cy="4965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dist[end]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仍为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INF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则说明不可达；否则通过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prev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回溯到</a:t>
            </a:r>
            <a:r>
              <a:rPr lang="en-US" altLang="zh-CN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</a:t>
            </a:r>
            <a:r>
              <a:rPr lang="zh-CN" altLang="en-US"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得到完整最短路径</a:t>
            </a:r>
            <a:endParaRPr lang="zh-CN" altLang="en-US" sz="117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6"/>
            </p:custDataLst>
          </p:nvPr>
        </p:nvSpPr>
        <p:spPr>
          <a:xfrm>
            <a:off x="575310" y="5019040"/>
            <a:ext cx="2334895" cy="1047750"/>
          </a:xfrm>
          <a:custGeom>
            <a:avLst/>
            <a:gdLst>
              <a:gd name="sw" fmla="*/ 1 w 4231"/>
              <a:gd name="sh" fmla="*/ 1 h 1898"/>
              <a:gd name="mins" fmla="min sw sh"/>
              <a:gd name="dsw" fmla="+- 0 sw mins"/>
              <a:gd name="dsh" fmla="+- 0 sh mins"/>
              <a:gd name="p0x0" fmla="*/ 150 w 4231"/>
              <a:gd name="p0y0" fmla="*/ 0 h 1898"/>
              <a:gd name="p0x1" fmla="*/ 4081 w 4231"/>
              <a:gd name="p0y1" fmla="*/ 0 h 1898"/>
              <a:gd name="p0x2" fmla="*/ 4164 w 4231"/>
              <a:gd name="p0y2" fmla="*/ 0 h 1898"/>
              <a:gd name="p0x3" fmla="*/ 4231 w 4231"/>
              <a:gd name="p0y3" fmla="*/ 67 h 1898"/>
              <a:gd name="p0x4" fmla="*/ 4231 w 4231"/>
              <a:gd name="p0y4" fmla="*/ 150 h 1898"/>
              <a:gd name="p0x5" fmla="*/ 4231 w 4231"/>
              <a:gd name="p0y5" fmla="*/ 1748 h 1898"/>
              <a:gd name="p0x6" fmla="*/ 4231 w 4231"/>
              <a:gd name="p0y6" fmla="*/ 1831 h 1898"/>
              <a:gd name="p0x7" fmla="*/ 4164 w 4231"/>
              <a:gd name="p0y7" fmla="*/ 1898 h 1898"/>
              <a:gd name="p0x8" fmla="*/ 4081 w 4231"/>
              <a:gd name="p0y8" fmla="*/ 1898 h 1898"/>
              <a:gd name="p0x9" fmla="*/ 150 w 4231"/>
              <a:gd name="p0y9" fmla="*/ 1898 h 1898"/>
              <a:gd name="p0x10" fmla="*/ 67 w 4231"/>
              <a:gd name="p0y10" fmla="*/ 1898 h 1898"/>
              <a:gd name="p0x11" fmla="*/ 0 w 4231"/>
              <a:gd name="p0y11" fmla="*/ 1831 h 1898"/>
              <a:gd name="p0x12" fmla="*/ 0 w 4231"/>
              <a:gd name="p0y12" fmla="*/ 1748 h 1898"/>
              <a:gd name="p0x13" fmla="*/ 0 w 4231"/>
              <a:gd name="p0y13" fmla="*/ 150 h 1898"/>
              <a:gd name="p0x14" fmla="*/ 0 w 4231"/>
              <a:gd name="p0y14" fmla="*/ 67 h 1898"/>
              <a:gd name="p0x15" fmla="*/ 67 w 4231"/>
              <a:gd name="p0y15" fmla="*/ 0 h 1898"/>
              <a:gd name="p0x16" fmla="*/ 150 w 4231"/>
              <a:gd name="p0y16" fmla="*/ 0 h 18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8278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7"/>
            </p:custDataLst>
          </p:nvPr>
        </p:nvSpPr>
        <p:spPr>
          <a:xfrm>
            <a:off x="1165860" y="5125085"/>
            <a:ext cx="1617980" cy="5664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64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O(n²)</a:t>
            </a:r>
            <a:endParaRPr sz="364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1370330" y="5732145"/>
            <a:ext cx="894080" cy="198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endParaRPr sz="117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9"/>
            </p:custDataLst>
          </p:nvPr>
        </p:nvSpPr>
        <p:spPr>
          <a:xfrm>
            <a:off x="3084195" y="5019040"/>
            <a:ext cx="2334895" cy="1047750"/>
          </a:xfrm>
          <a:custGeom>
            <a:avLst/>
            <a:gdLst>
              <a:gd name="sw" fmla="*/ 1 w 4231"/>
              <a:gd name="sh" fmla="*/ 1 h 1898"/>
              <a:gd name="mins" fmla="min sw sh"/>
              <a:gd name="dsw" fmla="+- 0 sw mins"/>
              <a:gd name="dsh" fmla="+- 0 sh mins"/>
              <a:gd name="p0x0" fmla="*/ 150 w 4231"/>
              <a:gd name="p0y0" fmla="*/ 0 h 1898"/>
              <a:gd name="p0x1" fmla="*/ 4081 w 4231"/>
              <a:gd name="p0y1" fmla="*/ 0 h 1898"/>
              <a:gd name="p0x2" fmla="*/ 4164 w 4231"/>
              <a:gd name="p0y2" fmla="*/ 0 h 1898"/>
              <a:gd name="p0x3" fmla="*/ 4231 w 4231"/>
              <a:gd name="p0y3" fmla="*/ 67 h 1898"/>
              <a:gd name="p0x4" fmla="*/ 4231 w 4231"/>
              <a:gd name="p0y4" fmla="*/ 150 h 1898"/>
              <a:gd name="p0x5" fmla="*/ 4231 w 4231"/>
              <a:gd name="p0y5" fmla="*/ 1748 h 1898"/>
              <a:gd name="p0x6" fmla="*/ 4231 w 4231"/>
              <a:gd name="p0y6" fmla="*/ 1831 h 1898"/>
              <a:gd name="p0x7" fmla="*/ 4164 w 4231"/>
              <a:gd name="p0y7" fmla="*/ 1898 h 1898"/>
              <a:gd name="p0x8" fmla="*/ 4081 w 4231"/>
              <a:gd name="p0y8" fmla="*/ 1898 h 1898"/>
              <a:gd name="p0x9" fmla="*/ 150 w 4231"/>
              <a:gd name="p0y9" fmla="*/ 1898 h 1898"/>
              <a:gd name="p0x10" fmla="*/ 67 w 4231"/>
              <a:gd name="p0y10" fmla="*/ 1898 h 1898"/>
              <a:gd name="p0x11" fmla="*/ 0 w 4231"/>
              <a:gd name="p0y11" fmla="*/ 1831 h 1898"/>
              <a:gd name="p0x12" fmla="*/ 0 w 4231"/>
              <a:gd name="p0y12" fmla="*/ 1748 h 1898"/>
              <a:gd name="p0x13" fmla="*/ 0 w 4231"/>
              <a:gd name="p0y13" fmla="*/ 150 h 1898"/>
              <a:gd name="p0x14" fmla="*/ 0 w 4231"/>
              <a:gd name="p0y14" fmla="*/ 67 h 1898"/>
              <a:gd name="p0x15" fmla="*/ 67 w 4231"/>
              <a:gd name="p0y15" fmla="*/ 0 h 1898"/>
              <a:gd name="p0x16" fmla="*/ 150 w 4231"/>
              <a:gd name="p0y16" fmla="*/ 0 h 189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8278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40"/>
            </p:custDataLst>
          </p:nvPr>
        </p:nvSpPr>
        <p:spPr>
          <a:xfrm>
            <a:off x="3779520" y="5133340"/>
            <a:ext cx="1400175" cy="5549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58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O(n)</a:t>
            </a:r>
            <a:endParaRPr sz="358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41"/>
            </p:custDataLst>
          </p:nvPr>
        </p:nvSpPr>
        <p:spPr>
          <a:xfrm>
            <a:off x="3879215" y="5727700"/>
            <a:ext cx="894080" cy="1987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17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空间复杂度</a:t>
            </a:r>
            <a:endParaRPr sz="117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2"/>
            </p:custDataLst>
          </p:nvPr>
        </p:nvSpPr>
        <p:spPr>
          <a:xfrm>
            <a:off x="5694680" y="1109345"/>
            <a:ext cx="5920740" cy="3505200"/>
          </a:xfrm>
          <a:custGeom>
            <a:avLst/>
            <a:gdLst>
              <a:gd name="sw" fmla="*/ 1 w 9324"/>
              <a:gd name="sh" fmla="*/ 1 h 5520"/>
              <a:gd name="mins" fmla="min sw sh"/>
              <a:gd name="dsw" fmla="+- 0 sw mins"/>
              <a:gd name="dsh" fmla="+- 0 sh mins"/>
              <a:gd name="p0x0" fmla="*/ 150 w 9324"/>
              <a:gd name="p0y0" fmla="*/ 0 h 5520"/>
              <a:gd name="p0x1" fmla="*/ 9174 w 9324"/>
              <a:gd name="p0y1" fmla="*/ 0 h 5520"/>
              <a:gd name="p0x2" fmla="*/ 9256 w 9324"/>
              <a:gd name="p0y2" fmla="*/ 0 h 5520"/>
              <a:gd name="p0x3" fmla="*/ 9324 w 9324"/>
              <a:gd name="p0y3" fmla="*/ 67 h 5520"/>
              <a:gd name="p0x4" fmla="*/ 9324 w 9324"/>
              <a:gd name="p0y4" fmla="*/ 150 h 5520"/>
              <a:gd name="p0x5" fmla="*/ 9324 w 9324"/>
              <a:gd name="p0y5" fmla="*/ 5370 h 5520"/>
              <a:gd name="p0x6" fmla="*/ 9324 w 9324"/>
              <a:gd name="p0y6" fmla="*/ 5452 h 5520"/>
              <a:gd name="p0x7" fmla="*/ 9256 w 9324"/>
              <a:gd name="p0y7" fmla="*/ 5520 h 5520"/>
              <a:gd name="p0x8" fmla="*/ 9174 w 9324"/>
              <a:gd name="p0y8" fmla="*/ 5520 h 5520"/>
              <a:gd name="p0x9" fmla="*/ 150 w 9324"/>
              <a:gd name="p0y9" fmla="*/ 5520 h 5520"/>
              <a:gd name="p0x10" fmla="*/ 67 w 9324"/>
              <a:gd name="p0y10" fmla="*/ 5520 h 5520"/>
              <a:gd name="p0x11" fmla="*/ 0 w 9324"/>
              <a:gd name="p0y11" fmla="*/ 5452 h 5520"/>
              <a:gd name="p0x12" fmla="*/ 0 w 9324"/>
              <a:gd name="p0y12" fmla="*/ 5370 h 5520"/>
              <a:gd name="p0x13" fmla="*/ 0 w 9324"/>
              <a:gd name="p0y13" fmla="*/ 150 h 5520"/>
              <a:gd name="p0x14" fmla="*/ 0 w 9324"/>
              <a:gd name="p0y14" fmla="*/ 67 h 5520"/>
              <a:gd name="p0x15" fmla="*/ 67 w 9324"/>
              <a:gd name="p0y15" fmla="*/ 0 h 5520"/>
              <a:gd name="p0x16" fmla="*/ 150 w 9324"/>
              <a:gd name="p0y16" fmla="*/ 0 h 55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3"/>
            </p:custDataLst>
          </p:nvPr>
        </p:nvSpPr>
        <p:spPr>
          <a:xfrm>
            <a:off x="58896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5975350" y="1385570"/>
            <a:ext cx="247650" cy="2527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7"/>
            </p:custDataLst>
          </p:nvPr>
        </p:nvSpPr>
        <p:spPr>
          <a:xfrm>
            <a:off x="6423641" y="1331595"/>
            <a:ext cx="284812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数组变化趋势示意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8" name="图表 37"/>
          <p:cNvGraphicFramePr/>
          <p:nvPr/>
        </p:nvGraphicFramePr>
        <p:xfrm>
          <a:off x="5889625" y="1838325"/>
          <a:ext cx="5534025" cy="258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任意多边形 39"/>
          <p:cNvSpPr/>
          <p:nvPr>
            <p:custDataLst>
              <p:tags r:id="rId48"/>
            </p:custDataLst>
          </p:nvPr>
        </p:nvSpPr>
        <p:spPr>
          <a:xfrm>
            <a:off x="5694680" y="4814570"/>
            <a:ext cx="1840230" cy="1657350"/>
          </a:xfrm>
          <a:custGeom>
            <a:avLst/>
            <a:gdLst>
              <a:gd name="sw" fmla="*/ 1 w 2898"/>
              <a:gd name="sh" fmla="*/ 1 h 2610"/>
              <a:gd name="mins" fmla="min sw sh"/>
              <a:gd name="dsw" fmla="+- 0 sw mins"/>
              <a:gd name="dsh" fmla="+- 0 sh mins"/>
              <a:gd name="p0x0" fmla="*/ 150 w 2898"/>
              <a:gd name="p0y0" fmla="*/ 0 h 2610"/>
              <a:gd name="p0x1" fmla="*/ 2748 w 2898"/>
              <a:gd name="p0y1" fmla="*/ 0 h 2610"/>
              <a:gd name="p0x2" fmla="*/ 2830 w 2898"/>
              <a:gd name="p0y2" fmla="*/ 0 h 2610"/>
              <a:gd name="p0x3" fmla="*/ 2898 w 2898"/>
              <a:gd name="p0y3" fmla="*/ 67 h 2610"/>
              <a:gd name="p0x4" fmla="*/ 2898 w 2898"/>
              <a:gd name="p0y4" fmla="*/ 150 h 2610"/>
              <a:gd name="p0x5" fmla="*/ 2898 w 2898"/>
              <a:gd name="p0y5" fmla="*/ 2460 h 2610"/>
              <a:gd name="p0x6" fmla="*/ 2898 w 2898"/>
              <a:gd name="p0y6" fmla="*/ 2542 h 2610"/>
              <a:gd name="p0x7" fmla="*/ 2830 w 2898"/>
              <a:gd name="p0y7" fmla="*/ 2610 h 2610"/>
              <a:gd name="p0x8" fmla="*/ 2748 w 2898"/>
              <a:gd name="p0y8" fmla="*/ 2610 h 2610"/>
              <a:gd name="p0x9" fmla="*/ 150 w 2898"/>
              <a:gd name="p0y9" fmla="*/ 2610 h 2610"/>
              <a:gd name="p0x10" fmla="*/ 67 w 2898"/>
              <a:gd name="p0y10" fmla="*/ 2610 h 2610"/>
              <a:gd name="p0x11" fmla="*/ 0 w 2898"/>
              <a:gd name="p0y11" fmla="*/ 2542 h 2610"/>
              <a:gd name="p0x12" fmla="*/ 0 w 2898"/>
              <a:gd name="p0y12" fmla="*/ 2460 h 2610"/>
              <a:gd name="p0x13" fmla="*/ 0 w 2898"/>
              <a:gd name="p0y13" fmla="*/ 150 h 2610"/>
              <a:gd name="p0x14" fmla="*/ 0 w 2898"/>
              <a:gd name="p0y14" fmla="*/ 67 h 2610"/>
              <a:gd name="p0x15" fmla="*/ 67 w 2898"/>
              <a:gd name="p0y15" fmla="*/ 0 h 2610"/>
              <a:gd name="p0x16" fmla="*/ 150 w 2898"/>
              <a:gd name="p0y16" fmla="*/ 0 h 26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5875020" y="5262245"/>
            <a:ext cx="228600" cy="2286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2"/>
            </p:custDataLst>
          </p:nvPr>
        </p:nvSpPr>
        <p:spPr>
          <a:xfrm>
            <a:off x="6203594" y="4972050"/>
            <a:ext cx="1174480" cy="809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贪心策略</a:t>
            </a:r>
            <a:endParaRPr sz="24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3"/>
            </p:custDataLst>
          </p:nvPr>
        </p:nvSpPr>
        <p:spPr>
          <a:xfrm>
            <a:off x="5929236" y="5857875"/>
            <a:ext cx="137167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每次选取当前最短距离顶点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54"/>
            </p:custDataLst>
          </p:nvPr>
        </p:nvSpPr>
        <p:spPr>
          <a:xfrm>
            <a:off x="7734935" y="4814570"/>
            <a:ext cx="1840230" cy="1657350"/>
          </a:xfrm>
          <a:custGeom>
            <a:avLst/>
            <a:gdLst>
              <a:gd name="sw" fmla="*/ 1 w 2898"/>
              <a:gd name="sh" fmla="*/ 1 h 2610"/>
              <a:gd name="mins" fmla="min sw sh"/>
              <a:gd name="dsw" fmla="+- 0 sw mins"/>
              <a:gd name="dsh" fmla="+- 0 sh mins"/>
              <a:gd name="p0x0" fmla="*/ 150 w 2898"/>
              <a:gd name="p0y0" fmla="*/ 0 h 2610"/>
              <a:gd name="p0x1" fmla="*/ 2748 w 2898"/>
              <a:gd name="p0y1" fmla="*/ 0 h 2610"/>
              <a:gd name="p0x2" fmla="*/ 2830 w 2898"/>
              <a:gd name="p0y2" fmla="*/ 0 h 2610"/>
              <a:gd name="p0x3" fmla="*/ 2898 w 2898"/>
              <a:gd name="p0y3" fmla="*/ 67 h 2610"/>
              <a:gd name="p0x4" fmla="*/ 2898 w 2898"/>
              <a:gd name="p0y4" fmla="*/ 150 h 2610"/>
              <a:gd name="p0x5" fmla="*/ 2898 w 2898"/>
              <a:gd name="p0y5" fmla="*/ 2460 h 2610"/>
              <a:gd name="p0x6" fmla="*/ 2898 w 2898"/>
              <a:gd name="p0y6" fmla="*/ 2542 h 2610"/>
              <a:gd name="p0x7" fmla="*/ 2830 w 2898"/>
              <a:gd name="p0y7" fmla="*/ 2610 h 2610"/>
              <a:gd name="p0x8" fmla="*/ 2748 w 2898"/>
              <a:gd name="p0y8" fmla="*/ 2610 h 2610"/>
              <a:gd name="p0x9" fmla="*/ 150 w 2898"/>
              <a:gd name="p0y9" fmla="*/ 2610 h 2610"/>
              <a:gd name="p0x10" fmla="*/ 67 w 2898"/>
              <a:gd name="p0y10" fmla="*/ 2610 h 2610"/>
              <a:gd name="p0x11" fmla="*/ 0 w 2898"/>
              <a:gd name="p0y11" fmla="*/ 2542 h 2610"/>
              <a:gd name="p0x12" fmla="*/ 0 w 2898"/>
              <a:gd name="p0y12" fmla="*/ 2460 h 2610"/>
              <a:gd name="p0x13" fmla="*/ 0 w 2898"/>
              <a:gd name="p0y13" fmla="*/ 150 h 2610"/>
              <a:gd name="p0x14" fmla="*/ 0 w 2898"/>
              <a:gd name="p0y14" fmla="*/ 67 h 2610"/>
              <a:gd name="p0x15" fmla="*/ 67 w 2898"/>
              <a:gd name="p0y15" fmla="*/ 0 h 2610"/>
              <a:gd name="p0x16" fmla="*/ 150 w 2898"/>
              <a:gd name="p0y16" fmla="*/ 0 h 26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2941" t="-7143" r="-2941" b="-7143"/>
          <a:stretch>
            <a:fillRect/>
          </a:stretch>
        </p:blipFill>
        <p:spPr>
          <a:xfrm>
            <a:off x="7920990" y="5262245"/>
            <a:ext cx="171450" cy="22860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58"/>
            </p:custDataLst>
          </p:nvPr>
        </p:nvSpPr>
        <p:spPr>
          <a:xfrm>
            <a:off x="8197520" y="4972050"/>
            <a:ext cx="1220838" cy="809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最优子结构</a:t>
            </a:r>
            <a:endParaRPr sz="24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59"/>
            </p:custDataLst>
          </p:nvPr>
        </p:nvSpPr>
        <p:spPr>
          <a:xfrm>
            <a:off x="7969520" y="5857875"/>
            <a:ext cx="137167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局部最优保证全局最优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0"/>
            </p:custDataLst>
          </p:nvPr>
        </p:nvSpPr>
        <p:spPr>
          <a:xfrm>
            <a:off x="9775190" y="4814570"/>
            <a:ext cx="1840230" cy="1657350"/>
          </a:xfrm>
          <a:custGeom>
            <a:avLst/>
            <a:gdLst>
              <a:gd name="sw" fmla="*/ 1 w 2898"/>
              <a:gd name="sh" fmla="*/ 1 h 2610"/>
              <a:gd name="mins" fmla="min sw sh"/>
              <a:gd name="dsw" fmla="+- 0 sw mins"/>
              <a:gd name="dsh" fmla="+- 0 sh mins"/>
              <a:gd name="p0x0" fmla="*/ 150 w 2898"/>
              <a:gd name="p0y0" fmla="*/ 0 h 2610"/>
              <a:gd name="p0x1" fmla="*/ 2748 w 2898"/>
              <a:gd name="p0y1" fmla="*/ 0 h 2610"/>
              <a:gd name="p0x2" fmla="*/ 2830 w 2898"/>
              <a:gd name="p0y2" fmla="*/ 0 h 2610"/>
              <a:gd name="p0x3" fmla="*/ 2898 w 2898"/>
              <a:gd name="p0y3" fmla="*/ 67 h 2610"/>
              <a:gd name="p0x4" fmla="*/ 2898 w 2898"/>
              <a:gd name="p0y4" fmla="*/ 150 h 2610"/>
              <a:gd name="p0x5" fmla="*/ 2898 w 2898"/>
              <a:gd name="p0y5" fmla="*/ 2460 h 2610"/>
              <a:gd name="p0x6" fmla="*/ 2898 w 2898"/>
              <a:gd name="p0y6" fmla="*/ 2542 h 2610"/>
              <a:gd name="p0x7" fmla="*/ 2830 w 2898"/>
              <a:gd name="p0y7" fmla="*/ 2610 h 2610"/>
              <a:gd name="p0x8" fmla="*/ 2748 w 2898"/>
              <a:gd name="p0y8" fmla="*/ 2610 h 2610"/>
              <a:gd name="p0x9" fmla="*/ 150 w 2898"/>
              <a:gd name="p0y9" fmla="*/ 2610 h 2610"/>
              <a:gd name="p0x10" fmla="*/ 67 w 2898"/>
              <a:gd name="p0y10" fmla="*/ 2610 h 2610"/>
              <a:gd name="p0x11" fmla="*/ 0 w 2898"/>
              <a:gd name="p0y11" fmla="*/ 2542 h 2610"/>
              <a:gd name="p0x12" fmla="*/ 0 w 2898"/>
              <a:gd name="p0y12" fmla="*/ 2460 h 2610"/>
              <a:gd name="p0x13" fmla="*/ 0 w 2898"/>
              <a:gd name="p0y13" fmla="*/ 150 h 2610"/>
              <a:gd name="p0x14" fmla="*/ 0 w 2898"/>
              <a:gd name="p0y14" fmla="*/ 67 h 2610"/>
              <a:gd name="p0x15" fmla="*/ 67 w 2898"/>
              <a:gd name="p0y15" fmla="*/ 0 h 2610"/>
              <a:gd name="p0x16" fmla="*/ 150 w 2898"/>
              <a:gd name="p0y16" fmla="*/ 0 h 26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 t="-30000" b="-30000"/>
          <a:stretch>
            <a:fillRect/>
          </a:stretch>
        </p:blipFill>
        <p:spPr>
          <a:xfrm>
            <a:off x="9932670" y="5376545"/>
            <a:ext cx="285750" cy="2286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4"/>
            </p:custDataLst>
          </p:nvPr>
        </p:nvSpPr>
        <p:spPr>
          <a:xfrm>
            <a:off x="10284161" y="5086350"/>
            <a:ext cx="1174480" cy="809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无负权边</a:t>
            </a:r>
            <a:endParaRPr sz="24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65"/>
            </p:custDataLst>
          </p:nvPr>
        </p:nvSpPr>
        <p:spPr>
          <a:xfrm>
            <a:off x="9924079" y="5972175"/>
            <a:ext cx="15431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算法适用前提条件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关键算法实现：</a:t>
            </a:r>
            <a:r>
              <a:rPr lang="en-US" alt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alt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最小生成树</a:t>
            </a:r>
            <a:endParaRPr lang="zh-CN" altLang="en-US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150 w 9324"/>
              <a:gd name="p0y0" fmla="*/ 0 h 8445"/>
              <a:gd name="p0x1" fmla="*/ 9174 w 9324"/>
              <a:gd name="p0y1" fmla="*/ 0 h 8445"/>
              <a:gd name="p0x2" fmla="*/ 9256 w 9324"/>
              <a:gd name="p0y2" fmla="*/ 0 h 8445"/>
              <a:gd name="p0x3" fmla="*/ 9324 w 9324"/>
              <a:gd name="p0y3" fmla="*/ 67 h 8445"/>
              <a:gd name="p0x4" fmla="*/ 9324 w 9324"/>
              <a:gd name="p0y4" fmla="*/ 150 h 8445"/>
              <a:gd name="p0x5" fmla="*/ 9324 w 9324"/>
              <a:gd name="p0y5" fmla="*/ 8295 h 8445"/>
              <a:gd name="p0x6" fmla="*/ 9324 w 9324"/>
              <a:gd name="p0y6" fmla="*/ 8377 h 8445"/>
              <a:gd name="p0x7" fmla="*/ 9256 w 9324"/>
              <a:gd name="p0y7" fmla="*/ 8445 h 8445"/>
              <a:gd name="p0x8" fmla="*/ 9174 w 9324"/>
              <a:gd name="p0y8" fmla="*/ 8445 h 8445"/>
              <a:gd name="p0x9" fmla="*/ 150 w 9324"/>
              <a:gd name="p0y9" fmla="*/ 8445 h 8445"/>
              <a:gd name="p0x10" fmla="*/ 67 w 9324"/>
              <a:gd name="p0y10" fmla="*/ 8445 h 8445"/>
              <a:gd name="p0x11" fmla="*/ 0 w 9324"/>
              <a:gd name="p0y11" fmla="*/ 8377 h 8445"/>
              <a:gd name="p0x12" fmla="*/ 0 w 9324"/>
              <a:gd name="p0y12" fmla="*/ 8295 h 8445"/>
              <a:gd name="p0x13" fmla="*/ 0 w 9324"/>
              <a:gd name="p0y13" fmla="*/ 150 h 8445"/>
              <a:gd name="p0x14" fmla="*/ 0 w 9324"/>
              <a:gd name="p0y14" fmla="*/ 67 h 8445"/>
              <a:gd name="p0x15" fmla="*/ 67 w 9324"/>
              <a:gd name="p0y15" fmla="*/ 0 h 8445"/>
              <a:gd name="p0x16" fmla="*/ 15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71525" y="1288732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算法选边过程示意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771525" y="1752600"/>
          <a:ext cx="5534025" cy="4524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772910" y="1109345"/>
            <a:ext cx="4842510" cy="4029075"/>
          </a:xfrm>
          <a:custGeom>
            <a:avLst/>
            <a:gdLst>
              <a:gd name="sw" fmla="*/ 1 w 7625"/>
              <a:gd name="sh" fmla="*/ 1 h 6345"/>
              <a:gd name="mins" fmla="min sw sh"/>
              <a:gd name="dsw" fmla="+- 0 sw mins"/>
              <a:gd name="dsh" fmla="+- 0 sh mins"/>
              <a:gd name="p0x0" fmla="*/ 150 w 7625"/>
              <a:gd name="p0y0" fmla="*/ 0 h 6345"/>
              <a:gd name="p0x1" fmla="*/ 7475 w 7625"/>
              <a:gd name="p0y1" fmla="*/ 0 h 6345"/>
              <a:gd name="p0x2" fmla="*/ 7558 w 7625"/>
              <a:gd name="p0y2" fmla="*/ 0 h 6345"/>
              <a:gd name="p0x3" fmla="*/ 7625 w 7625"/>
              <a:gd name="p0y3" fmla="*/ 67 h 6345"/>
              <a:gd name="p0x4" fmla="*/ 7625 w 7625"/>
              <a:gd name="p0y4" fmla="*/ 150 h 6345"/>
              <a:gd name="p0x5" fmla="*/ 7625 w 7625"/>
              <a:gd name="p0y5" fmla="*/ 6195 h 6345"/>
              <a:gd name="p0x6" fmla="*/ 7625 w 7625"/>
              <a:gd name="p0y6" fmla="*/ 6277 h 6345"/>
              <a:gd name="p0x7" fmla="*/ 7558 w 7625"/>
              <a:gd name="p0y7" fmla="*/ 6345 h 6345"/>
              <a:gd name="p0x8" fmla="*/ 7475 w 7625"/>
              <a:gd name="p0y8" fmla="*/ 6345 h 6345"/>
              <a:gd name="p0x9" fmla="*/ 150 w 7625"/>
              <a:gd name="p0y9" fmla="*/ 6345 h 6345"/>
              <a:gd name="p0x10" fmla="*/ 67 w 7625"/>
              <a:gd name="p0y10" fmla="*/ 6345 h 6345"/>
              <a:gd name="p0x11" fmla="*/ 0 w 7625"/>
              <a:gd name="p0y11" fmla="*/ 6277 h 6345"/>
              <a:gd name="p0x12" fmla="*/ 0 w 7625"/>
              <a:gd name="p0y12" fmla="*/ 6195 h 6345"/>
              <a:gd name="p0x13" fmla="*/ 0 w 7625"/>
              <a:gd name="p0y13" fmla="*/ 150 h 6345"/>
              <a:gd name="p0x14" fmla="*/ 0 w 7625"/>
              <a:gd name="p0y14" fmla="*/ 67 h 6345"/>
              <a:gd name="p0x15" fmla="*/ 67 w 7625"/>
              <a:gd name="p0y15" fmla="*/ 0 h 6345"/>
              <a:gd name="p0x16" fmla="*/ 150 w 7625"/>
              <a:gd name="p0y16" fmla="*/ 0 h 63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6968509" y="1288732"/>
            <a:ext cx="44519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算法流程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6968490" y="19291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3846" t="-7143" r="-3846" b="-7143"/>
          <a:stretch>
            <a:fillRect/>
          </a:stretch>
        </p:blipFill>
        <p:spPr>
          <a:xfrm>
            <a:off x="7035165" y="1986280"/>
            <a:ext cx="13335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7349509" y="1792262"/>
            <a:ext cx="40709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从顶点</a:t>
            </a:r>
            <a:r>
              <a:rPr lang="en-US" altLang="zh-CN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</a:t>
            </a:r>
            <a:endParaRPr lang="zh-CN" altLang="en-US"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349509" y="2029435"/>
            <a:ext cx="407096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visited[0] = true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，作为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6968490" y="25717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7025640" y="2628900"/>
            <a:ext cx="15240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349509" y="2434828"/>
            <a:ext cx="40709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主循环执行</a:t>
            </a:r>
            <a:r>
              <a:rPr lang="en-US" altLang="zh-CN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n-1</a:t>
            </a:r>
            <a:r>
              <a:rPr lang="zh-CN" alt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8"/>
            </p:custDataLst>
          </p:nvPr>
        </p:nvSpPr>
        <p:spPr>
          <a:xfrm>
            <a:off x="7349509" y="2672001"/>
            <a:ext cx="407096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每次遍历所有已访问顶点的邻接边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6968490" y="32143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7025640" y="3271520"/>
            <a:ext cx="1524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7349509" y="3077394"/>
            <a:ext cx="40709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找最小权边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7349509" y="3314567"/>
            <a:ext cx="4303071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找到连接未访问顶点的最小权边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(bestFrom, bestTo)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5"/>
            </p:custDataLst>
          </p:nvPr>
        </p:nvSpPr>
        <p:spPr>
          <a:xfrm>
            <a:off x="6968490" y="38569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7025640" y="3914140"/>
            <a:ext cx="152400" cy="1524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9"/>
            </p:custDataLst>
          </p:nvPr>
        </p:nvSpPr>
        <p:spPr>
          <a:xfrm>
            <a:off x="7349509" y="3719960"/>
            <a:ext cx="40709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记录边信息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7349509" y="3957132"/>
            <a:ext cx="407096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将该边加入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，标记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visited[bestTo]=true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1"/>
            </p:custDataLst>
          </p:nvPr>
        </p:nvSpPr>
        <p:spPr>
          <a:xfrm>
            <a:off x="6968490" y="44996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7025640" y="4556760"/>
            <a:ext cx="15240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5"/>
            </p:custDataLst>
          </p:nvPr>
        </p:nvSpPr>
        <p:spPr>
          <a:xfrm>
            <a:off x="7349509" y="4362526"/>
            <a:ext cx="40709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连通性检查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6"/>
            </p:custDataLst>
          </p:nvPr>
        </p:nvSpPr>
        <p:spPr>
          <a:xfrm>
            <a:off x="7349509" y="4599699"/>
            <a:ext cx="407096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若找不到合适边则提前终止（图不连通）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7"/>
            </p:custDataLst>
          </p:nvPr>
        </p:nvSpPr>
        <p:spPr>
          <a:xfrm>
            <a:off x="6772910" y="5338445"/>
            <a:ext cx="2321560" cy="1133475"/>
          </a:xfrm>
          <a:custGeom>
            <a:avLst/>
            <a:gdLst>
              <a:gd name="sw" fmla="*/ 1 w 3655"/>
              <a:gd name="sh" fmla="*/ 1 h 1785"/>
              <a:gd name="mins" fmla="min sw sh"/>
              <a:gd name="dsw" fmla="+- 0 sw mins"/>
              <a:gd name="dsh" fmla="+- 0 sh mins"/>
              <a:gd name="p0x0" fmla="*/ 150 w 3655"/>
              <a:gd name="p0y0" fmla="*/ 0 h 1785"/>
              <a:gd name="p0x1" fmla="*/ 3505 w 3655"/>
              <a:gd name="p0y1" fmla="*/ 0 h 1785"/>
              <a:gd name="p0x2" fmla="*/ 3588 w 3655"/>
              <a:gd name="p0y2" fmla="*/ 0 h 1785"/>
              <a:gd name="p0x3" fmla="*/ 3655 w 3655"/>
              <a:gd name="p0y3" fmla="*/ 67 h 1785"/>
              <a:gd name="p0x4" fmla="*/ 3655 w 3655"/>
              <a:gd name="p0y4" fmla="*/ 150 h 1785"/>
              <a:gd name="p0x5" fmla="*/ 3655 w 3655"/>
              <a:gd name="p0y5" fmla="*/ 1635 h 1785"/>
              <a:gd name="p0x6" fmla="*/ 3655 w 3655"/>
              <a:gd name="p0y6" fmla="*/ 1717 h 1785"/>
              <a:gd name="p0x7" fmla="*/ 3588 w 3655"/>
              <a:gd name="p0y7" fmla="*/ 1785 h 1785"/>
              <a:gd name="p0x8" fmla="*/ 3505 w 3655"/>
              <a:gd name="p0y8" fmla="*/ 1785 h 1785"/>
              <a:gd name="p0x9" fmla="*/ 150 w 3655"/>
              <a:gd name="p0y9" fmla="*/ 1785 h 1785"/>
              <a:gd name="p0x10" fmla="*/ 67 w 3655"/>
              <a:gd name="p0y10" fmla="*/ 1785 h 1785"/>
              <a:gd name="p0x11" fmla="*/ 0 w 3655"/>
              <a:gd name="p0y11" fmla="*/ 1717 h 1785"/>
              <a:gd name="p0x12" fmla="*/ 0 w 3655"/>
              <a:gd name="p0y12" fmla="*/ 1635 h 1785"/>
              <a:gd name="p0x13" fmla="*/ 0 w 3655"/>
              <a:gd name="p0y13" fmla="*/ 150 h 1785"/>
              <a:gd name="p0x14" fmla="*/ 0 w 3655"/>
              <a:gd name="p0y14" fmla="*/ 67 h 1785"/>
              <a:gd name="p0x15" fmla="*/ 67 w 3655"/>
              <a:gd name="p0y15" fmla="*/ 0 h 1785"/>
              <a:gd name="p0x16" fmla="*/ 150 w 3655"/>
              <a:gd name="p0y16" fmla="*/ 0 h 17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38"/>
            </p:custDataLst>
          </p:nvPr>
        </p:nvSpPr>
        <p:spPr>
          <a:xfrm>
            <a:off x="7459342" y="5510213"/>
            <a:ext cx="1330081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O(n²)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9"/>
            </p:custDataLst>
          </p:nvPr>
        </p:nvSpPr>
        <p:spPr>
          <a:xfrm>
            <a:off x="7552810" y="6026896"/>
            <a:ext cx="9144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时间复杂度</a:t>
            </a:r>
            <a:endParaRPr sz="12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0"/>
            </p:custDataLst>
          </p:nvPr>
        </p:nvSpPr>
        <p:spPr>
          <a:xfrm>
            <a:off x="9294495" y="5338445"/>
            <a:ext cx="2320925" cy="1133475"/>
          </a:xfrm>
          <a:custGeom>
            <a:avLst/>
            <a:gdLst>
              <a:gd name="sw" fmla="*/ 1 w 3655"/>
              <a:gd name="sh" fmla="*/ 1 h 1785"/>
              <a:gd name="mins" fmla="min sw sh"/>
              <a:gd name="dsw" fmla="+- 0 sw mins"/>
              <a:gd name="dsh" fmla="+- 0 sh mins"/>
              <a:gd name="p0x0" fmla="*/ 150 w 3655"/>
              <a:gd name="p0y0" fmla="*/ 0 h 1785"/>
              <a:gd name="p0x1" fmla="*/ 3505 w 3655"/>
              <a:gd name="p0y1" fmla="*/ 0 h 1785"/>
              <a:gd name="p0x2" fmla="*/ 3588 w 3655"/>
              <a:gd name="p0y2" fmla="*/ 0 h 1785"/>
              <a:gd name="p0x3" fmla="*/ 3655 w 3655"/>
              <a:gd name="p0y3" fmla="*/ 67 h 1785"/>
              <a:gd name="p0x4" fmla="*/ 3655 w 3655"/>
              <a:gd name="p0y4" fmla="*/ 150 h 1785"/>
              <a:gd name="p0x5" fmla="*/ 3655 w 3655"/>
              <a:gd name="p0y5" fmla="*/ 1635 h 1785"/>
              <a:gd name="p0x6" fmla="*/ 3655 w 3655"/>
              <a:gd name="p0y6" fmla="*/ 1717 h 1785"/>
              <a:gd name="p0x7" fmla="*/ 3588 w 3655"/>
              <a:gd name="p0y7" fmla="*/ 1785 h 1785"/>
              <a:gd name="p0x8" fmla="*/ 3505 w 3655"/>
              <a:gd name="p0y8" fmla="*/ 1785 h 1785"/>
              <a:gd name="p0x9" fmla="*/ 150 w 3655"/>
              <a:gd name="p0y9" fmla="*/ 1785 h 1785"/>
              <a:gd name="p0x10" fmla="*/ 67 w 3655"/>
              <a:gd name="p0y10" fmla="*/ 1785 h 1785"/>
              <a:gd name="p0x11" fmla="*/ 0 w 3655"/>
              <a:gd name="p0y11" fmla="*/ 1717 h 1785"/>
              <a:gd name="p0x12" fmla="*/ 0 w 3655"/>
              <a:gd name="p0y12" fmla="*/ 1635 h 1785"/>
              <a:gd name="p0x13" fmla="*/ 0 w 3655"/>
              <a:gd name="p0y13" fmla="*/ 150 h 1785"/>
              <a:gd name="p0x14" fmla="*/ 0 w 3655"/>
              <a:gd name="p0y14" fmla="*/ 67 h 1785"/>
              <a:gd name="p0x15" fmla="*/ 67 w 3655"/>
              <a:gd name="p0y15" fmla="*/ 0 h 1785"/>
              <a:gd name="p0x16" fmla="*/ 150 w 3655"/>
              <a:gd name="p0y16" fmla="*/ 0 h 17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1"/>
            </p:custDataLst>
          </p:nvPr>
        </p:nvSpPr>
        <p:spPr>
          <a:xfrm>
            <a:off x="10059667" y="5510213"/>
            <a:ext cx="1172023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O(n)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2"/>
            </p:custDataLst>
          </p:nvPr>
        </p:nvSpPr>
        <p:spPr>
          <a:xfrm>
            <a:off x="10074107" y="6026896"/>
            <a:ext cx="9144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空间复杂度</a:t>
            </a:r>
            <a:endParaRPr sz="12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版本管理</a:t>
            </a:r>
            <a:endParaRPr lang="zh-CN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977265"/>
          </a:xfrm>
          <a:custGeom>
            <a:avLst/>
            <a:gdLst>
              <a:gd name="sw" fmla="*/ 1 w 17385"/>
              <a:gd name="sh" fmla="*/ 1 h 1538"/>
              <a:gd name="mins" fmla="min sw sh"/>
              <a:gd name="dsw" fmla="+- 0 sw mins"/>
              <a:gd name="dsh" fmla="+- 0 sh mins"/>
              <a:gd name="p0x0" fmla="*/ 150 w 17385"/>
              <a:gd name="p0y0" fmla="*/ 0 h 1538"/>
              <a:gd name="p0x1" fmla="*/ 17235 w 17385"/>
              <a:gd name="p0y1" fmla="*/ 0 h 1538"/>
              <a:gd name="p0x2" fmla="*/ 17317 w 17385"/>
              <a:gd name="p0y2" fmla="*/ 0 h 1538"/>
              <a:gd name="p0x3" fmla="*/ 17385 w 17385"/>
              <a:gd name="p0y3" fmla="*/ 67 h 1538"/>
              <a:gd name="p0x4" fmla="*/ 17385 w 17385"/>
              <a:gd name="p0y4" fmla="*/ 150 h 1538"/>
              <a:gd name="p0x5" fmla="*/ 17385 w 17385"/>
              <a:gd name="p0y5" fmla="*/ 1388 h 1538"/>
              <a:gd name="p0x6" fmla="*/ 17385 w 17385"/>
              <a:gd name="p0y6" fmla="*/ 1471 h 1538"/>
              <a:gd name="p0x7" fmla="*/ 17317 w 17385"/>
              <a:gd name="p0y7" fmla="*/ 1538 h 1538"/>
              <a:gd name="p0x8" fmla="*/ 17235 w 17385"/>
              <a:gd name="p0y8" fmla="*/ 1538 h 1538"/>
              <a:gd name="p0x9" fmla="*/ 150 w 17385"/>
              <a:gd name="p0y9" fmla="*/ 1538 h 1538"/>
              <a:gd name="p0x10" fmla="*/ 67 w 17385"/>
              <a:gd name="p0y10" fmla="*/ 1538 h 1538"/>
              <a:gd name="p0x11" fmla="*/ 0 w 17385"/>
              <a:gd name="p0y11" fmla="*/ 1471 h 1538"/>
              <a:gd name="p0x12" fmla="*/ 0 w 17385"/>
              <a:gd name="p0y12" fmla="*/ 1388 h 1538"/>
              <a:gd name="p0x13" fmla="*/ 0 w 17385"/>
              <a:gd name="p0y13" fmla="*/ 150 h 1538"/>
              <a:gd name="p0x14" fmla="*/ 0 w 17385"/>
              <a:gd name="p0y14" fmla="*/ 67 h 1538"/>
              <a:gd name="p0x15" fmla="*/ 67 w 17385"/>
              <a:gd name="p0y15" fmla="*/ 0 h 1538"/>
              <a:gd name="p0x16" fmla="*/ 150 w 17385"/>
              <a:gd name="p0y16" fmla="*/ 0 h 15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2653030" y="13881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152" r="-2273" b="-10152"/>
          <a:stretch>
            <a:fillRect/>
          </a:stretch>
        </p:blipFill>
        <p:spPr>
          <a:xfrm>
            <a:off x="2753360" y="1469390"/>
            <a:ext cx="21907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3186779" y="1422054"/>
            <a:ext cx="18669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版本控制策略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4939030" y="1407160"/>
            <a:ext cx="9525" cy="381000"/>
          </a:xfrm>
          <a:prstGeom prst="rect">
            <a:avLst/>
          </a:prstGeom>
          <a:solidFill>
            <a:srgbClr val="F6F9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5101304" y="1289685"/>
            <a:ext cx="443730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项目开发全程使用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进行版本控制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5101304" y="1602076"/>
            <a:ext cx="478020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每次完成一个功能模块后提交一次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并推送到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</a:t>
            </a:r>
            <a:endParaRPr lang="en-US" alt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1"/>
            </p:custDataLst>
          </p:nvPr>
        </p:nvSpPr>
        <p:spPr>
          <a:xfrm>
            <a:off x="631037" y="2314956"/>
            <a:ext cx="11027553" cy="4185285"/>
          </a:xfrm>
          <a:custGeom>
            <a:avLst/>
            <a:gdLst>
              <a:gd name="sw" fmla="*/ 1 w 11286"/>
              <a:gd name="sh" fmla="*/ 1 h 6591"/>
              <a:gd name="mins" fmla="min sw sh"/>
              <a:gd name="dsw" fmla="+- 0 sw mins"/>
              <a:gd name="dsh" fmla="+- 0 sh mins"/>
              <a:gd name="p0x0" fmla="*/ 150 w 11286"/>
              <a:gd name="p0y0" fmla="*/ 0 h 6591"/>
              <a:gd name="p0x1" fmla="*/ 11136 w 11286"/>
              <a:gd name="p0y1" fmla="*/ 0 h 6591"/>
              <a:gd name="p0x2" fmla="*/ 11219 w 11286"/>
              <a:gd name="p0y2" fmla="*/ 0 h 6591"/>
              <a:gd name="p0x3" fmla="*/ 11286 w 11286"/>
              <a:gd name="p0y3" fmla="*/ 67 h 6591"/>
              <a:gd name="p0x4" fmla="*/ 11286 w 11286"/>
              <a:gd name="p0y4" fmla="*/ 150 h 6591"/>
              <a:gd name="p0x5" fmla="*/ 11286 w 11286"/>
              <a:gd name="p0y5" fmla="*/ 6441 h 6591"/>
              <a:gd name="p0x6" fmla="*/ 11286 w 11286"/>
              <a:gd name="p0y6" fmla="*/ 6523 h 6591"/>
              <a:gd name="p0x7" fmla="*/ 11219 w 11286"/>
              <a:gd name="p0y7" fmla="*/ 6591 h 6591"/>
              <a:gd name="p0x8" fmla="*/ 11136 w 11286"/>
              <a:gd name="p0y8" fmla="*/ 6591 h 6591"/>
              <a:gd name="p0x9" fmla="*/ 150 w 11286"/>
              <a:gd name="p0y9" fmla="*/ 6591 h 6591"/>
              <a:gd name="p0x10" fmla="*/ 67 w 11286"/>
              <a:gd name="p0y10" fmla="*/ 6591 h 6591"/>
              <a:gd name="p0x11" fmla="*/ 0 w 11286"/>
              <a:gd name="p0y11" fmla="*/ 6523 h 6591"/>
              <a:gd name="p0x12" fmla="*/ 0 w 11286"/>
              <a:gd name="p0y12" fmla="*/ 6441 h 6591"/>
              <a:gd name="p0x13" fmla="*/ 0 w 11286"/>
              <a:gd name="p0y13" fmla="*/ 150 h 6591"/>
              <a:gd name="p0x14" fmla="*/ 0 w 11286"/>
              <a:gd name="p0y14" fmla="*/ 67 h 6591"/>
              <a:gd name="p0x15" fmla="*/ 67 w 11286"/>
              <a:gd name="p0y15" fmla="*/ 0 h 6591"/>
              <a:gd name="p0x16" fmla="*/ 150 w 11286"/>
              <a:gd name="p0y16" fmla="*/ 0 h 659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12"/>
            </p:custDataLst>
          </p:nvPr>
        </p:nvSpPr>
        <p:spPr>
          <a:xfrm>
            <a:off x="10410825" y="2538730"/>
            <a:ext cx="1009015" cy="238125"/>
          </a:xfrm>
          <a:custGeom>
            <a:avLst/>
            <a:gdLst>
              <a:gd name="sw" fmla="*/ 1 w 1589"/>
              <a:gd name="sh" fmla="*/ 1 h 375"/>
              <a:gd name="mins" fmla="min sw sh"/>
              <a:gd name="dsw" fmla="+- 0 sw mins"/>
              <a:gd name="dsh" fmla="+- 0 sh mins"/>
              <a:gd name="p0x0" fmla="*/ 30 w 1589"/>
              <a:gd name="p0y0" fmla="*/ 0 h 375"/>
              <a:gd name="p0x1" fmla="*/ 1559 w 1589"/>
              <a:gd name="p0y1" fmla="*/ 0 h 375"/>
              <a:gd name="p0x2" fmla="*/ 1576 w 1589"/>
              <a:gd name="p0y2" fmla="*/ 0 h 375"/>
              <a:gd name="p0x3" fmla="*/ 1589 w 1589"/>
              <a:gd name="p0y3" fmla="*/ 13 h 375"/>
              <a:gd name="p0x4" fmla="*/ 1589 w 1589"/>
              <a:gd name="p0y4" fmla="*/ 30 h 375"/>
              <a:gd name="p0x5" fmla="*/ 1589 w 1589"/>
              <a:gd name="p0y5" fmla="*/ 345 h 375"/>
              <a:gd name="p0x6" fmla="*/ 1589 w 1589"/>
              <a:gd name="p0y6" fmla="*/ 361 h 375"/>
              <a:gd name="p0x7" fmla="*/ 1576 w 1589"/>
              <a:gd name="p0y7" fmla="*/ 375 h 375"/>
              <a:gd name="p0x8" fmla="*/ 1559 w 1589"/>
              <a:gd name="p0y8" fmla="*/ 375 h 375"/>
              <a:gd name="p0x9" fmla="*/ 30 w 1589"/>
              <a:gd name="p0y9" fmla="*/ 375 h 375"/>
              <a:gd name="p0x10" fmla="*/ 13 w 1589"/>
              <a:gd name="p0y10" fmla="*/ 375 h 375"/>
              <a:gd name="p0x11" fmla="*/ 0 w 1589"/>
              <a:gd name="p0y11" fmla="*/ 361 h 375"/>
              <a:gd name="p0x12" fmla="*/ 0 w 1589"/>
              <a:gd name="p0y12" fmla="*/ 345 h 375"/>
              <a:gd name="p0x13" fmla="*/ 0 w 1589"/>
              <a:gd name="p0y13" fmla="*/ 30 h 375"/>
              <a:gd name="p0x14" fmla="*/ 0 w 1589"/>
              <a:gd name="p0y14" fmla="*/ 13 h 375"/>
              <a:gd name="p0x15" fmla="*/ 13 w 1589"/>
              <a:gd name="p0y15" fmla="*/ 0 h 375"/>
              <a:gd name="p0x16" fmla="*/ 30 w 1589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3"/>
            </p:custDataLst>
          </p:nvPr>
        </p:nvSpPr>
        <p:spPr>
          <a:xfrm>
            <a:off x="10487168" y="2558358"/>
            <a:ext cx="100949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sz="120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次渐进提交</a:t>
            </a:r>
            <a:endParaRPr lang="zh-CN" sz="1200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4"/>
            </p:custDataLst>
          </p:nvPr>
        </p:nvSpPr>
        <p:spPr>
          <a:xfrm>
            <a:off x="4730115" y="39865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4836614" y="4036190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6"/>
            </p:custDataLst>
          </p:nvPr>
        </p:nvSpPr>
        <p:spPr>
          <a:xfrm>
            <a:off x="4665383" y="4397664"/>
            <a:ext cx="473202" cy="849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36830" algn="ctr">
              <a:lnSpc>
                <a:spcPct val="104000"/>
              </a:lnSpc>
            </a:pPr>
            <a:r>
              <a:rPr lang="zh-CN" alt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页面骨架与</a:t>
            </a:r>
            <a:r>
              <a:rPr lang="en-US" alt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alt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分布图绘制</a:t>
            </a:r>
            <a:endParaRPr lang="zh-CN" altLang="en-US"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7"/>
            </p:custDataLst>
          </p:nvPr>
        </p:nvSpPr>
        <p:spPr>
          <a:xfrm>
            <a:off x="5198040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18"/>
            </p:custDataLst>
          </p:nvPr>
        </p:nvSpPr>
        <p:spPr>
          <a:xfrm>
            <a:off x="5513070" y="4236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19"/>
            </p:custDataLst>
          </p:nvPr>
        </p:nvSpPr>
        <p:spPr>
          <a:xfrm>
            <a:off x="5619150" y="4286221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0"/>
            </p:custDataLst>
          </p:nvPr>
        </p:nvSpPr>
        <p:spPr>
          <a:xfrm>
            <a:off x="5451119" y="4647695"/>
            <a:ext cx="466801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邻接矩阵展示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5980586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2"/>
            </p:custDataLst>
          </p:nvPr>
        </p:nvSpPr>
        <p:spPr>
          <a:xfrm>
            <a:off x="6295390" y="4236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23"/>
            </p:custDataLst>
          </p:nvPr>
        </p:nvSpPr>
        <p:spPr>
          <a:xfrm>
            <a:off x="6401695" y="4286221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24"/>
            </p:custDataLst>
          </p:nvPr>
        </p:nvSpPr>
        <p:spPr>
          <a:xfrm>
            <a:off x="6232284" y="4647695"/>
            <a:ext cx="469630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导游线路</a:t>
            </a:r>
            <a:endParaRPr lang="zh-CN"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5"/>
            </p:custDataLst>
          </p:nvPr>
        </p:nvSpPr>
        <p:spPr>
          <a:xfrm>
            <a:off x="6763121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26"/>
            </p:custDataLst>
          </p:nvPr>
        </p:nvSpPr>
        <p:spPr>
          <a:xfrm>
            <a:off x="7077710" y="4236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27"/>
            </p:custDataLst>
          </p:nvPr>
        </p:nvSpPr>
        <p:spPr>
          <a:xfrm>
            <a:off x="7184231" y="4286221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8"/>
            </p:custDataLst>
          </p:nvPr>
        </p:nvSpPr>
        <p:spPr>
          <a:xfrm>
            <a:off x="7049538" y="4647695"/>
            <a:ext cx="400126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回路检测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9"/>
            </p:custDataLst>
          </p:nvPr>
        </p:nvSpPr>
        <p:spPr>
          <a:xfrm>
            <a:off x="7545657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0"/>
            </p:custDataLst>
          </p:nvPr>
        </p:nvSpPr>
        <p:spPr>
          <a:xfrm>
            <a:off x="7860665" y="4152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1"/>
            </p:custDataLst>
          </p:nvPr>
        </p:nvSpPr>
        <p:spPr>
          <a:xfrm>
            <a:off x="7966767" y="4202878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2"/>
            </p:custDataLst>
          </p:nvPr>
        </p:nvSpPr>
        <p:spPr>
          <a:xfrm>
            <a:off x="7797698" y="4564351"/>
            <a:ext cx="468887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最短路径</a:t>
            </a:r>
            <a:endParaRPr lang="zh-CN"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3"/>
            </p:custDataLst>
          </p:nvPr>
        </p:nvSpPr>
        <p:spPr>
          <a:xfrm>
            <a:off x="8328193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34"/>
            </p:custDataLst>
          </p:nvPr>
        </p:nvSpPr>
        <p:spPr>
          <a:xfrm>
            <a:off x="8642985" y="4152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35"/>
            </p:custDataLst>
          </p:nvPr>
        </p:nvSpPr>
        <p:spPr>
          <a:xfrm>
            <a:off x="8749303" y="4202878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6"/>
            </p:custDataLst>
          </p:nvPr>
        </p:nvSpPr>
        <p:spPr>
          <a:xfrm>
            <a:off x="8604047" y="4564351"/>
            <a:ext cx="421262" cy="516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最小生成树</a:t>
            </a:r>
            <a:endParaRPr lang="zh-CN"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7"/>
            </p:custDataLst>
          </p:nvPr>
        </p:nvSpPr>
        <p:spPr>
          <a:xfrm>
            <a:off x="9110738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38"/>
            </p:custDataLst>
          </p:nvPr>
        </p:nvSpPr>
        <p:spPr>
          <a:xfrm>
            <a:off x="9425305" y="39865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>
            <p:custDataLst>
              <p:tags r:id="rId39"/>
            </p:custDataLst>
          </p:nvPr>
        </p:nvSpPr>
        <p:spPr>
          <a:xfrm>
            <a:off x="9531848" y="4036190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0"/>
            </p:custDataLst>
          </p:nvPr>
        </p:nvSpPr>
        <p:spPr>
          <a:xfrm>
            <a:off x="9397155" y="4397664"/>
            <a:ext cx="400127" cy="8496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游客端改造（景点详情弹窗）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1"/>
            </p:custDataLst>
          </p:nvPr>
        </p:nvSpPr>
        <p:spPr>
          <a:xfrm>
            <a:off x="9893274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42"/>
            </p:custDataLst>
          </p:nvPr>
        </p:nvSpPr>
        <p:spPr>
          <a:xfrm>
            <a:off x="10208260" y="40697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43"/>
            </p:custDataLst>
          </p:nvPr>
        </p:nvSpPr>
        <p:spPr>
          <a:xfrm>
            <a:off x="10314384" y="4119534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44"/>
            </p:custDataLst>
          </p:nvPr>
        </p:nvSpPr>
        <p:spPr>
          <a:xfrm>
            <a:off x="10138101" y="4481007"/>
            <a:ext cx="483318" cy="6829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16510" algn="ctr">
              <a:lnSpc>
                <a:spcPct val="104000"/>
              </a:lnSpc>
            </a:pPr>
            <a:r>
              <a:rPr lang="zh-CN" alt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地图扩展（</a:t>
            </a:r>
            <a:r>
              <a:rPr lang="en-US" alt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景点</a:t>
            </a:r>
            <a:r>
              <a:rPr lang="en-US" alt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lang="zh-CN" alt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条边）</a:t>
            </a:r>
            <a:endParaRPr lang="zh-CN" altLang="en-US"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45"/>
            </p:custDataLst>
          </p:nvPr>
        </p:nvSpPr>
        <p:spPr>
          <a:xfrm>
            <a:off x="10675810" y="4486723"/>
            <a:ext cx="381000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46"/>
            </p:custDataLst>
          </p:nvPr>
        </p:nvSpPr>
        <p:spPr>
          <a:xfrm>
            <a:off x="10990580" y="42360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>
            <p:custDataLst>
              <p:tags r:id="rId47"/>
            </p:custDataLst>
          </p:nvPr>
        </p:nvSpPr>
        <p:spPr>
          <a:xfrm>
            <a:off x="11096920" y="4286221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397AF3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650" b="1">
              <a:solidFill>
                <a:srgbClr val="397AF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48"/>
            </p:custDataLst>
          </p:nvPr>
        </p:nvSpPr>
        <p:spPr>
          <a:xfrm>
            <a:off x="10962227" y="4647695"/>
            <a:ext cx="400126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语法修复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post_object_image_783691338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71749" y="2538781"/>
            <a:ext cx="3993698" cy="35127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项目运行效果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系统主界面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6509385" cy="5362575"/>
          </a:xfrm>
          <a:custGeom>
            <a:avLst/>
            <a:gdLst>
              <a:gd name="sw" fmla="*/ 1 w 10250"/>
              <a:gd name="sh" fmla="*/ 1 h 8445"/>
              <a:gd name="mins" fmla="min sw sh"/>
              <a:gd name="dsw" fmla="+- 0 sw mins"/>
              <a:gd name="dsh" fmla="+- 0 sh mins"/>
              <a:gd name="p0x0" fmla="*/ 150 w 10250"/>
              <a:gd name="p0y0" fmla="*/ 0 h 8445"/>
              <a:gd name="p0x1" fmla="*/ 10100 w 10250"/>
              <a:gd name="p0y1" fmla="*/ 0 h 8445"/>
              <a:gd name="p0x2" fmla="*/ 10183 w 10250"/>
              <a:gd name="p0y2" fmla="*/ 0 h 8445"/>
              <a:gd name="p0x3" fmla="*/ 10250 w 10250"/>
              <a:gd name="p0y3" fmla="*/ 67 h 8445"/>
              <a:gd name="p0x4" fmla="*/ 10250 w 10250"/>
              <a:gd name="p0y4" fmla="*/ 150 h 8445"/>
              <a:gd name="p0x5" fmla="*/ 10250 w 10250"/>
              <a:gd name="p0y5" fmla="*/ 8295 h 8445"/>
              <a:gd name="p0x6" fmla="*/ 10250 w 10250"/>
              <a:gd name="p0y6" fmla="*/ 8377 h 8445"/>
              <a:gd name="p0x7" fmla="*/ 10183 w 10250"/>
              <a:gd name="p0y7" fmla="*/ 8445 h 8445"/>
              <a:gd name="p0x8" fmla="*/ 10100 w 10250"/>
              <a:gd name="p0y8" fmla="*/ 8445 h 8445"/>
              <a:gd name="p0x9" fmla="*/ 150 w 10250"/>
              <a:gd name="p0y9" fmla="*/ 8445 h 8445"/>
              <a:gd name="p0x10" fmla="*/ 67 w 10250"/>
              <a:gd name="p0y10" fmla="*/ 8445 h 8445"/>
              <a:gd name="p0x11" fmla="*/ 0 w 10250"/>
              <a:gd name="p0y11" fmla="*/ 8377 h 8445"/>
              <a:gd name="p0x12" fmla="*/ 0 w 10250"/>
              <a:gd name="p0y12" fmla="*/ 8295 h 8445"/>
              <a:gd name="p0x13" fmla="*/ 0 w 10250"/>
              <a:gd name="p0y13" fmla="*/ 150 h 8445"/>
              <a:gd name="p0x14" fmla="*/ 0 w 10250"/>
              <a:gd name="p0y14" fmla="*/ 67 h 8445"/>
              <a:gd name="p0x15" fmla="*/ 67 w 10250"/>
              <a:gd name="p0y15" fmla="*/ 0 h 8445"/>
              <a:gd name="p0x16" fmla="*/ 150 w 1025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57250" y="138557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331595"/>
            <a:ext cx="281322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景区分布图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8"/>
            </p:custDataLst>
          </p:nvPr>
        </p:nvSpPr>
        <p:spPr>
          <a:xfrm>
            <a:off x="771525" y="5581650"/>
            <a:ext cx="3002280" cy="695325"/>
          </a:xfrm>
          <a:custGeom>
            <a:avLst/>
            <a:gdLst>
              <a:gd name="sw" fmla="*/ 1 w 4728"/>
              <a:gd name="sh" fmla="*/ 1 h 1095"/>
              <a:gd name="mins" fmla="min sw sh"/>
              <a:gd name="dsw" fmla="+- 0 sw mins"/>
              <a:gd name="dsh" fmla="+- 0 sh mins"/>
              <a:gd name="p0x0" fmla="*/ 30 w 4728"/>
              <a:gd name="p0y0" fmla="*/ 0 h 1095"/>
              <a:gd name="p0x1" fmla="*/ 4698 w 4728"/>
              <a:gd name="p0y1" fmla="*/ 0 h 1095"/>
              <a:gd name="p0x2" fmla="*/ 4714 w 4728"/>
              <a:gd name="p0y2" fmla="*/ 0 h 1095"/>
              <a:gd name="p0x3" fmla="*/ 4728 w 4728"/>
              <a:gd name="p0y3" fmla="*/ 13 h 1095"/>
              <a:gd name="p0x4" fmla="*/ 4728 w 4728"/>
              <a:gd name="p0y4" fmla="*/ 30 h 1095"/>
              <a:gd name="p0x5" fmla="*/ 4728 w 4728"/>
              <a:gd name="p0y5" fmla="*/ 1065 h 1095"/>
              <a:gd name="p0x6" fmla="*/ 4728 w 4728"/>
              <a:gd name="p0y6" fmla="*/ 1081 h 1095"/>
              <a:gd name="p0x7" fmla="*/ 4714 w 4728"/>
              <a:gd name="p0y7" fmla="*/ 1095 h 1095"/>
              <a:gd name="p0x8" fmla="*/ 4698 w 4728"/>
              <a:gd name="p0y8" fmla="*/ 1095 h 1095"/>
              <a:gd name="p0x9" fmla="*/ 30 w 4728"/>
              <a:gd name="p0y9" fmla="*/ 1095 h 1095"/>
              <a:gd name="p0x10" fmla="*/ 13 w 4728"/>
              <a:gd name="p0y10" fmla="*/ 1095 h 1095"/>
              <a:gd name="p0x11" fmla="*/ 0 w 4728"/>
              <a:gd name="p0y11" fmla="*/ 1081 h 1095"/>
              <a:gd name="p0x12" fmla="*/ 0 w 4728"/>
              <a:gd name="p0y12" fmla="*/ 1065 h 1095"/>
              <a:gd name="p0x13" fmla="*/ 0 w 4728"/>
              <a:gd name="p0y13" fmla="*/ 30 h 1095"/>
              <a:gd name="p0x14" fmla="*/ 0 w 4728"/>
              <a:gd name="p0y14" fmla="*/ 13 h 1095"/>
              <a:gd name="p0x15" fmla="*/ 13 w 4728"/>
              <a:gd name="p0y15" fmla="*/ 0 h 1095"/>
              <a:gd name="p0x16" fmla="*/ 30 w 4728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885825" y="5695950"/>
            <a:ext cx="277370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景点列表</a:t>
            </a:r>
            <a:endParaRPr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885825" y="5934075"/>
            <a:ext cx="2786586" cy="342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大门、游客中心、碧玉潭、竹林小径、红叶林、赏花园、飞云石、九曲桥、翠微亭、白虎岩、观月阁、望湖台</a:t>
            </a:r>
            <a:endParaRPr sz="10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1"/>
            </p:custDataLst>
          </p:nvPr>
        </p:nvSpPr>
        <p:spPr>
          <a:xfrm>
            <a:off x="3888105" y="5581650"/>
            <a:ext cx="3002280" cy="695325"/>
          </a:xfrm>
          <a:custGeom>
            <a:avLst/>
            <a:gdLst>
              <a:gd name="sw" fmla="*/ 1 w 4728"/>
              <a:gd name="sh" fmla="*/ 1 h 1095"/>
              <a:gd name="mins" fmla="min sw sh"/>
              <a:gd name="dsw" fmla="+- 0 sw mins"/>
              <a:gd name="dsh" fmla="+- 0 sh mins"/>
              <a:gd name="p0x0" fmla="*/ 30 w 4728"/>
              <a:gd name="p0y0" fmla="*/ 0 h 1095"/>
              <a:gd name="p0x1" fmla="*/ 4698 w 4728"/>
              <a:gd name="p0y1" fmla="*/ 0 h 1095"/>
              <a:gd name="p0x2" fmla="*/ 4714 w 4728"/>
              <a:gd name="p0y2" fmla="*/ 0 h 1095"/>
              <a:gd name="p0x3" fmla="*/ 4728 w 4728"/>
              <a:gd name="p0y3" fmla="*/ 13 h 1095"/>
              <a:gd name="p0x4" fmla="*/ 4728 w 4728"/>
              <a:gd name="p0y4" fmla="*/ 30 h 1095"/>
              <a:gd name="p0x5" fmla="*/ 4728 w 4728"/>
              <a:gd name="p0y5" fmla="*/ 1065 h 1095"/>
              <a:gd name="p0x6" fmla="*/ 4728 w 4728"/>
              <a:gd name="p0y6" fmla="*/ 1081 h 1095"/>
              <a:gd name="p0x7" fmla="*/ 4714 w 4728"/>
              <a:gd name="p0y7" fmla="*/ 1095 h 1095"/>
              <a:gd name="p0x8" fmla="*/ 4698 w 4728"/>
              <a:gd name="p0y8" fmla="*/ 1095 h 1095"/>
              <a:gd name="p0x9" fmla="*/ 30 w 4728"/>
              <a:gd name="p0y9" fmla="*/ 1095 h 1095"/>
              <a:gd name="p0x10" fmla="*/ 13 w 4728"/>
              <a:gd name="p0y10" fmla="*/ 1095 h 1095"/>
              <a:gd name="p0x11" fmla="*/ 0 w 4728"/>
              <a:gd name="p0y11" fmla="*/ 1081 h 1095"/>
              <a:gd name="p0x12" fmla="*/ 0 w 4728"/>
              <a:gd name="p0y12" fmla="*/ 1065 h 1095"/>
              <a:gd name="p0x13" fmla="*/ 0 w 4728"/>
              <a:gd name="p0y13" fmla="*/ 30 h 1095"/>
              <a:gd name="p0x14" fmla="*/ 0 w 4728"/>
              <a:gd name="p0y14" fmla="*/ 13 h 1095"/>
              <a:gd name="p0x15" fmla="*/ 13 w 4728"/>
              <a:gd name="p0y15" fmla="*/ 0 h 1095"/>
              <a:gd name="p0x16" fmla="*/ 30 w 4728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4002434" y="5695950"/>
            <a:ext cx="277370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路径列表</a:t>
            </a:r>
            <a:endParaRPr sz="12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4002434" y="5934075"/>
            <a:ext cx="277370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条带权路径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14"/>
            </p:custDataLst>
          </p:nvPr>
        </p:nvSpPr>
        <p:spPr>
          <a:xfrm>
            <a:off x="7304405" y="1109345"/>
            <a:ext cx="4311015" cy="2571750"/>
          </a:xfrm>
          <a:custGeom>
            <a:avLst/>
            <a:gdLst>
              <a:gd name="sw" fmla="*/ 1 w 6789"/>
              <a:gd name="sh" fmla="*/ 1 h 4050"/>
              <a:gd name="mins" fmla="min sw sh"/>
              <a:gd name="dsw" fmla="+- 0 sw mins"/>
              <a:gd name="dsh" fmla="+- 0 sh mins"/>
              <a:gd name="p0x0" fmla="*/ 150 w 6789"/>
              <a:gd name="p0y0" fmla="*/ 0 h 4050"/>
              <a:gd name="p0x1" fmla="*/ 6639 w 6789"/>
              <a:gd name="p0y1" fmla="*/ 0 h 4050"/>
              <a:gd name="p0x2" fmla="*/ 6721 w 6789"/>
              <a:gd name="p0y2" fmla="*/ 0 h 4050"/>
              <a:gd name="p0x3" fmla="*/ 6789 w 6789"/>
              <a:gd name="p0y3" fmla="*/ 67 h 4050"/>
              <a:gd name="p0x4" fmla="*/ 6789 w 6789"/>
              <a:gd name="p0y4" fmla="*/ 150 h 4050"/>
              <a:gd name="p0x5" fmla="*/ 6789 w 6789"/>
              <a:gd name="p0y5" fmla="*/ 3900 h 4050"/>
              <a:gd name="p0x6" fmla="*/ 6789 w 6789"/>
              <a:gd name="p0y6" fmla="*/ 3982 h 4050"/>
              <a:gd name="p0x7" fmla="*/ 6721 w 6789"/>
              <a:gd name="p0y7" fmla="*/ 4050 h 4050"/>
              <a:gd name="p0x8" fmla="*/ 6639 w 6789"/>
              <a:gd name="p0y8" fmla="*/ 4050 h 4050"/>
              <a:gd name="p0x9" fmla="*/ 150 w 6789"/>
              <a:gd name="p0y9" fmla="*/ 4050 h 4050"/>
              <a:gd name="p0x10" fmla="*/ 67 w 6789"/>
              <a:gd name="p0y10" fmla="*/ 4050 h 4050"/>
              <a:gd name="p0x11" fmla="*/ 0 w 6789"/>
              <a:gd name="p0y11" fmla="*/ 3982 h 4050"/>
              <a:gd name="p0x12" fmla="*/ 0 w 6789"/>
              <a:gd name="p0y12" fmla="*/ 3900 h 4050"/>
              <a:gd name="p0x13" fmla="*/ 0 w 6789"/>
              <a:gd name="p0y13" fmla="*/ 150 h 4050"/>
              <a:gd name="p0x14" fmla="*/ 0 w 6789"/>
              <a:gd name="p0y14" fmla="*/ 67 h 4050"/>
              <a:gd name="p0x15" fmla="*/ 67 w 6789"/>
              <a:gd name="p0y15" fmla="*/ 0 h 4050"/>
              <a:gd name="p0x16" fmla="*/ 150 w 6789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7499966" y="1289685"/>
            <a:ext cx="392050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加载预设数据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16"/>
            </p:custDataLst>
          </p:nvPr>
        </p:nvSpPr>
        <p:spPr>
          <a:xfrm>
            <a:off x="7499350" y="17316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7566025" y="1793875"/>
            <a:ext cx="209550" cy="2139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20"/>
            </p:custDataLst>
          </p:nvPr>
        </p:nvSpPr>
        <p:spPr>
          <a:xfrm>
            <a:off x="7957166" y="1736750"/>
            <a:ext cx="22502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加载预设数据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1"/>
            </p:custDataLst>
          </p:nvPr>
        </p:nvSpPr>
        <p:spPr>
          <a:xfrm>
            <a:off x="7499350" y="23094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4259" t="-12407" r="-4259" b="-12407"/>
          <a:stretch>
            <a:fillRect/>
          </a:stretch>
        </p:blipFill>
        <p:spPr>
          <a:xfrm>
            <a:off x="7578090" y="2371725"/>
            <a:ext cx="186055" cy="213995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25"/>
            </p:custDataLst>
          </p:nvPr>
        </p:nvSpPr>
        <p:spPr>
          <a:xfrm>
            <a:off x="7957166" y="2162480"/>
            <a:ext cx="346330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左侧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画布立即渲染出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个景点和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条路径的横向分布图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26"/>
            </p:custDataLst>
          </p:nvPr>
        </p:nvSpPr>
        <p:spPr>
          <a:xfrm>
            <a:off x="7499350" y="3017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7566025" y="3079750"/>
            <a:ext cx="209550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30"/>
            </p:custDataLst>
          </p:nvPr>
        </p:nvSpPr>
        <p:spPr>
          <a:xfrm>
            <a:off x="7957166" y="2870378"/>
            <a:ext cx="346330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每个景点以圆形图标展示，边上标注距离权重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1"/>
            </p:custDataLst>
          </p:nvPr>
        </p:nvSpPr>
        <p:spPr>
          <a:xfrm>
            <a:off x="7304405" y="3900170"/>
            <a:ext cx="4311015" cy="2571750"/>
          </a:xfrm>
          <a:custGeom>
            <a:avLst/>
            <a:gdLst>
              <a:gd name="sw" fmla="*/ 1 w 6789"/>
              <a:gd name="sh" fmla="*/ 1 h 4050"/>
              <a:gd name="mins" fmla="min sw sh"/>
              <a:gd name="dsw" fmla="+- 0 sw mins"/>
              <a:gd name="dsh" fmla="+- 0 sh mins"/>
              <a:gd name="p0x0" fmla="*/ 150 w 6789"/>
              <a:gd name="p0y0" fmla="*/ 0 h 4050"/>
              <a:gd name="p0x1" fmla="*/ 6639 w 6789"/>
              <a:gd name="p0y1" fmla="*/ 0 h 4050"/>
              <a:gd name="p0x2" fmla="*/ 6721 w 6789"/>
              <a:gd name="p0y2" fmla="*/ 0 h 4050"/>
              <a:gd name="p0x3" fmla="*/ 6789 w 6789"/>
              <a:gd name="p0y3" fmla="*/ 67 h 4050"/>
              <a:gd name="p0x4" fmla="*/ 6789 w 6789"/>
              <a:gd name="p0y4" fmla="*/ 150 h 4050"/>
              <a:gd name="p0x5" fmla="*/ 6789 w 6789"/>
              <a:gd name="p0y5" fmla="*/ 3900 h 4050"/>
              <a:gd name="p0x6" fmla="*/ 6789 w 6789"/>
              <a:gd name="p0y6" fmla="*/ 3982 h 4050"/>
              <a:gd name="p0x7" fmla="*/ 6721 w 6789"/>
              <a:gd name="p0y7" fmla="*/ 4050 h 4050"/>
              <a:gd name="p0x8" fmla="*/ 6639 w 6789"/>
              <a:gd name="p0y8" fmla="*/ 4050 h 4050"/>
              <a:gd name="p0x9" fmla="*/ 150 w 6789"/>
              <a:gd name="p0y9" fmla="*/ 4050 h 4050"/>
              <a:gd name="p0x10" fmla="*/ 67 w 6789"/>
              <a:gd name="p0y10" fmla="*/ 4050 h 4050"/>
              <a:gd name="p0x11" fmla="*/ 0 w 6789"/>
              <a:gd name="p0y11" fmla="*/ 3982 h 4050"/>
              <a:gd name="p0x12" fmla="*/ 0 w 6789"/>
              <a:gd name="p0y12" fmla="*/ 3900 h 4050"/>
              <a:gd name="p0x13" fmla="*/ 0 w 6789"/>
              <a:gd name="p0y13" fmla="*/ 150 h 4050"/>
              <a:gd name="p0x14" fmla="*/ 0 w 6789"/>
              <a:gd name="p0y14" fmla="*/ 67 h 4050"/>
              <a:gd name="p0x15" fmla="*/ 67 w 6789"/>
              <a:gd name="p0y15" fmla="*/ 0 h 4050"/>
              <a:gd name="p0x16" fmla="*/ 150 w 6789"/>
              <a:gd name="p0y16" fmla="*/ 0 h 4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2"/>
            </p:custDataLst>
          </p:nvPr>
        </p:nvSpPr>
        <p:spPr>
          <a:xfrm>
            <a:off x="7499966" y="4285297"/>
            <a:ext cx="392050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邻接矩阵展示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3"/>
            </p:custDataLst>
          </p:nvPr>
        </p:nvSpPr>
        <p:spPr>
          <a:xfrm>
            <a:off x="7499350" y="48717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259" t="-12407" r="-4259" b="-12407"/>
          <a:stretch>
            <a:fillRect/>
          </a:stretch>
        </p:blipFill>
        <p:spPr>
          <a:xfrm>
            <a:off x="7578090" y="4933950"/>
            <a:ext cx="186055" cy="213995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37"/>
            </p:custDataLst>
          </p:nvPr>
        </p:nvSpPr>
        <p:spPr>
          <a:xfrm>
            <a:off x="7957166" y="4724400"/>
            <a:ext cx="346330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展示邻接矩阵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，输出区生成完整的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38"/>
            </p:custDataLst>
          </p:nvPr>
        </p:nvSpPr>
        <p:spPr>
          <a:xfrm>
            <a:off x="7499350" y="55956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7592695" y="5657850"/>
            <a:ext cx="156845" cy="213995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42"/>
            </p:custDataLst>
          </p:nvPr>
        </p:nvSpPr>
        <p:spPr>
          <a:xfrm>
            <a:off x="7957166" y="5448300"/>
            <a:ext cx="3463309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对角线为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，无直接路径处显示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∞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32767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 descr="post_object_image_3455539602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71588" y="1793840"/>
            <a:ext cx="5428638" cy="35816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导游线路</a:t>
            </a:r>
            <a:endParaRPr lang="zh-CN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952598"/>
            <a:ext cx="4842542" cy="5167593"/>
          </a:xfrm>
          <a:custGeom>
            <a:avLst/>
            <a:gdLst>
              <a:gd name="sw" fmla="*/ 1 w 7625"/>
              <a:gd name="sh" fmla="*/ 1 h 4065"/>
              <a:gd name="mins" fmla="min sw sh"/>
              <a:gd name="dsw" fmla="+- 0 sw mins"/>
              <a:gd name="dsh" fmla="+- 0 sh mins"/>
              <a:gd name="p0x0" fmla="*/ 150 w 7625"/>
              <a:gd name="p0y0" fmla="*/ 0 h 4065"/>
              <a:gd name="p0x1" fmla="*/ 7475 w 7625"/>
              <a:gd name="p0y1" fmla="*/ 0 h 4065"/>
              <a:gd name="p0x2" fmla="*/ 7558 w 7625"/>
              <a:gd name="p0y2" fmla="*/ 0 h 4065"/>
              <a:gd name="p0x3" fmla="*/ 7625 w 7625"/>
              <a:gd name="p0y3" fmla="*/ 67 h 4065"/>
              <a:gd name="p0x4" fmla="*/ 7625 w 7625"/>
              <a:gd name="p0y4" fmla="*/ 150 h 4065"/>
              <a:gd name="p0x5" fmla="*/ 7625 w 7625"/>
              <a:gd name="p0y5" fmla="*/ 3915 h 4065"/>
              <a:gd name="p0x6" fmla="*/ 7625 w 7625"/>
              <a:gd name="p0y6" fmla="*/ 3997 h 4065"/>
              <a:gd name="p0x7" fmla="*/ 7558 w 7625"/>
              <a:gd name="p0y7" fmla="*/ 4065 h 4065"/>
              <a:gd name="p0x8" fmla="*/ 7475 w 7625"/>
              <a:gd name="p0y8" fmla="*/ 4065 h 4065"/>
              <a:gd name="p0x9" fmla="*/ 150 w 7625"/>
              <a:gd name="p0y9" fmla="*/ 4065 h 4065"/>
              <a:gd name="p0x10" fmla="*/ 67 w 7625"/>
              <a:gd name="p0y10" fmla="*/ 4065 h 4065"/>
              <a:gd name="p0x11" fmla="*/ 0 w 7625"/>
              <a:gd name="p0y11" fmla="*/ 3997 h 4065"/>
              <a:gd name="p0x12" fmla="*/ 0 w 7625"/>
              <a:gd name="p0y12" fmla="*/ 3915 h 4065"/>
              <a:gd name="p0x13" fmla="*/ 0 w 7625"/>
              <a:gd name="p0y13" fmla="*/ 150 h 4065"/>
              <a:gd name="p0x14" fmla="*/ 0 w 7625"/>
              <a:gd name="p0y14" fmla="*/ 67 h 4065"/>
              <a:gd name="p0x15" fmla="*/ 67 w 7625"/>
              <a:gd name="p0y15" fmla="*/ 0 h 4065"/>
              <a:gd name="p0x16" fmla="*/ 150 w 762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109378"/>
            <a:ext cx="419100" cy="332957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76" y="1132784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109378"/>
            <a:ext cx="1969871" cy="5879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导游线路</a:t>
            </a:r>
            <a:endParaRPr lang="zh-CN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8"/>
            </p:custDataLst>
          </p:nvPr>
        </p:nvSpPr>
        <p:spPr>
          <a:xfrm>
            <a:off x="5737850" y="952631"/>
            <a:ext cx="5920740" cy="5167602"/>
          </a:xfrm>
          <a:custGeom>
            <a:avLst/>
            <a:gdLst>
              <a:gd name="sw" fmla="*/ 1 w 9324"/>
              <a:gd name="sh" fmla="*/ 1 h 4065"/>
              <a:gd name="mins" fmla="min sw sh"/>
              <a:gd name="dsw" fmla="+- 0 sw mins"/>
              <a:gd name="dsh" fmla="+- 0 sh mins"/>
              <a:gd name="p0x0" fmla="*/ 150 w 9324"/>
              <a:gd name="p0y0" fmla="*/ 0 h 4065"/>
              <a:gd name="p0x1" fmla="*/ 9174 w 9324"/>
              <a:gd name="p0y1" fmla="*/ 0 h 4065"/>
              <a:gd name="p0x2" fmla="*/ 9256 w 9324"/>
              <a:gd name="p0y2" fmla="*/ 0 h 4065"/>
              <a:gd name="p0x3" fmla="*/ 9324 w 9324"/>
              <a:gd name="p0y3" fmla="*/ 67 h 4065"/>
              <a:gd name="p0x4" fmla="*/ 9324 w 9324"/>
              <a:gd name="p0y4" fmla="*/ 150 h 4065"/>
              <a:gd name="p0x5" fmla="*/ 9324 w 9324"/>
              <a:gd name="p0y5" fmla="*/ 3915 h 4065"/>
              <a:gd name="p0x6" fmla="*/ 9324 w 9324"/>
              <a:gd name="p0y6" fmla="*/ 3997 h 4065"/>
              <a:gd name="p0x7" fmla="*/ 9256 w 9324"/>
              <a:gd name="p0y7" fmla="*/ 4065 h 4065"/>
              <a:gd name="p0x8" fmla="*/ 9174 w 9324"/>
              <a:gd name="p0y8" fmla="*/ 4065 h 4065"/>
              <a:gd name="p0x9" fmla="*/ 150 w 9324"/>
              <a:gd name="p0y9" fmla="*/ 4065 h 4065"/>
              <a:gd name="p0x10" fmla="*/ 67 w 9324"/>
              <a:gd name="p0y10" fmla="*/ 4065 h 4065"/>
              <a:gd name="p0x11" fmla="*/ 0 w 9324"/>
              <a:gd name="p0y11" fmla="*/ 3997 h 4065"/>
              <a:gd name="p0x12" fmla="*/ 0 w 9324"/>
              <a:gd name="p0y12" fmla="*/ 3915 h 4065"/>
              <a:gd name="p0x13" fmla="*/ 0 w 9324"/>
              <a:gd name="p0y13" fmla="*/ 150 h 4065"/>
              <a:gd name="p0x14" fmla="*/ 0 w 9324"/>
              <a:gd name="p0y14" fmla="*/ 67 h 4065"/>
              <a:gd name="p0x15" fmla="*/ 67 w 9324"/>
              <a:gd name="p0y15" fmla="*/ 0 h 4065"/>
              <a:gd name="p0x16" fmla="*/ 150 w 9324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9"/>
            </p:custDataLst>
          </p:nvPr>
        </p:nvSpPr>
        <p:spPr>
          <a:xfrm>
            <a:off x="58896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975350" y="1385570"/>
            <a:ext cx="247650" cy="2527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6423641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操作步骤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14"/>
            </p:custDataLst>
          </p:nvPr>
        </p:nvSpPr>
        <p:spPr>
          <a:xfrm>
            <a:off x="5889625" y="18764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3333" t="-4510" r="-3333" b="-4510"/>
          <a:stretch>
            <a:fillRect/>
          </a:stretch>
        </p:blipFill>
        <p:spPr>
          <a:xfrm>
            <a:off x="5946775" y="1918970"/>
            <a:ext cx="152400" cy="1765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18"/>
            </p:custDataLst>
          </p:nvPr>
        </p:nvSpPr>
        <p:spPr>
          <a:xfrm>
            <a:off x="6271241" y="1862138"/>
            <a:ext cx="51492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交互触发</a:t>
            </a:r>
            <a:r>
              <a:rPr 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：用户点击功能按钮后，系统自动执行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遍历算法，无需手动配置参数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19"/>
            </p:custDataLst>
          </p:nvPr>
        </p:nvSpPr>
        <p:spPr>
          <a:xfrm>
            <a:off x="5889625" y="26003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3333" t="-1481" r="-3333" b="-1481"/>
          <a:stretch>
            <a:fillRect/>
          </a:stretch>
        </p:blipFill>
        <p:spPr>
          <a:xfrm>
            <a:off x="5946775" y="2642870"/>
            <a:ext cx="152400" cy="17653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23"/>
            </p:custDataLst>
          </p:nvPr>
        </p:nvSpPr>
        <p:spPr>
          <a:xfrm>
            <a:off x="6271241" y="2586038"/>
            <a:ext cx="51492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实时计算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：算法在后台运行，前端同步接收遍历节点数据并驱动可视化渲染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post_object_image_334350879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9111" y="1862156"/>
            <a:ext cx="4696311" cy="37044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sz="24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最短路径查询</a:t>
            </a:r>
            <a:endParaRPr lang="zh-CN" sz="24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5381625" cy="5454015"/>
          </a:xfrm>
          <a:custGeom>
            <a:avLst/>
            <a:gdLst>
              <a:gd name="sw" fmla="*/ 1 w 8475"/>
              <a:gd name="sh" fmla="*/ 1 h 8589"/>
              <a:gd name="mins" fmla="min sw sh"/>
              <a:gd name="dsw" fmla="+- 0 sw mins"/>
              <a:gd name="dsh" fmla="+- 0 sh mins"/>
              <a:gd name="p0x0" fmla="*/ 150 w 8475"/>
              <a:gd name="p0y0" fmla="*/ 0 h 8589"/>
              <a:gd name="p0x1" fmla="*/ 8325 w 8475"/>
              <a:gd name="p0y1" fmla="*/ 0 h 8589"/>
              <a:gd name="p0x2" fmla="*/ 8407 w 8475"/>
              <a:gd name="p0y2" fmla="*/ 0 h 8589"/>
              <a:gd name="p0x3" fmla="*/ 8475 w 8475"/>
              <a:gd name="p0y3" fmla="*/ 67 h 8589"/>
              <a:gd name="p0x4" fmla="*/ 8475 w 8475"/>
              <a:gd name="p0y4" fmla="*/ 150 h 8589"/>
              <a:gd name="p0x5" fmla="*/ 8475 w 8475"/>
              <a:gd name="p0y5" fmla="*/ 8439 h 8589"/>
              <a:gd name="p0x6" fmla="*/ 8475 w 8475"/>
              <a:gd name="p0y6" fmla="*/ 8521 h 8589"/>
              <a:gd name="p0x7" fmla="*/ 8407 w 8475"/>
              <a:gd name="p0y7" fmla="*/ 8589 h 8589"/>
              <a:gd name="p0x8" fmla="*/ 8325 w 8475"/>
              <a:gd name="p0y8" fmla="*/ 8589 h 8589"/>
              <a:gd name="p0x9" fmla="*/ 150 w 8475"/>
              <a:gd name="p0y9" fmla="*/ 8589 h 8589"/>
              <a:gd name="p0x10" fmla="*/ 67 w 8475"/>
              <a:gd name="p0y10" fmla="*/ 8589 h 8589"/>
              <a:gd name="p0x11" fmla="*/ 0 w 8475"/>
              <a:gd name="p0y11" fmla="*/ 8521 h 8589"/>
              <a:gd name="p0x12" fmla="*/ 0 w 8475"/>
              <a:gd name="p0y12" fmla="*/ 8439 h 8589"/>
              <a:gd name="p0x13" fmla="*/ 0 w 8475"/>
              <a:gd name="p0y13" fmla="*/ 150 h 8589"/>
              <a:gd name="p0x14" fmla="*/ 0 w 8475"/>
              <a:gd name="p0y14" fmla="*/ 67 h 8589"/>
              <a:gd name="p0x15" fmla="*/ 67 w 8475"/>
              <a:gd name="p0y15" fmla="*/ 0 h 8589"/>
              <a:gd name="p0x16" fmla="*/ 150 w 8475"/>
              <a:gd name="p0y16" fmla="*/ 0 h 858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04545" y="124142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62050" y="1256300"/>
            <a:ext cx="162885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最短路径分段距离</a:t>
            </a:r>
            <a:endParaRPr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6233795" y="1017905"/>
            <a:ext cx="5381625" cy="2626995"/>
          </a:xfrm>
          <a:custGeom>
            <a:avLst/>
            <a:gdLst>
              <a:gd name="sw" fmla="*/ 1 w 8475"/>
              <a:gd name="sh" fmla="*/ 1 h 4137"/>
              <a:gd name="mins" fmla="min sw sh"/>
              <a:gd name="dsw" fmla="+- 0 sw mins"/>
              <a:gd name="dsh" fmla="+- 0 sh mins"/>
              <a:gd name="p0x0" fmla="*/ 150 w 8475"/>
              <a:gd name="p0y0" fmla="*/ 0 h 4137"/>
              <a:gd name="p0x1" fmla="*/ 8325 w 8475"/>
              <a:gd name="p0y1" fmla="*/ 0 h 4137"/>
              <a:gd name="p0x2" fmla="*/ 8407 w 8475"/>
              <a:gd name="p0y2" fmla="*/ 0 h 4137"/>
              <a:gd name="p0x3" fmla="*/ 8475 w 8475"/>
              <a:gd name="p0y3" fmla="*/ 67 h 4137"/>
              <a:gd name="p0x4" fmla="*/ 8475 w 8475"/>
              <a:gd name="p0y4" fmla="*/ 150 h 4137"/>
              <a:gd name="p0x5" fmla="*/ 8475 w 8475"/>
              <a:gd name="p0y5" fmla="*/ 3987 h 4137"/>
              <a:gd name="p0x6" fmla="*/ 8475 w 8475"/>
              <a:gd name="p0y6" fmla="*/ 4069 h 4137"/>
              <a:gd name="p0x7" fmla="*/ 8407 w 8475"/>
              <a:gd name="p0y7" fmla="*/ 4137 h 4137"/>
              <a:gd name="p0x8" fmla="*/ 8325 w 8475"/>
              <a:gd name="p0y8" fmla="*/ 4137 h 4137"/>
              <a:gd name="p0x9" fmla="*/ 150 w 8475"/>
              <a:gd name="p0y9" fmla="*/ 4137 h 4137"/>
              <a:gd name="p0x10" fmla="*/ 67 w 8475"/>
              <a:gd name="p0y10" fmla="*/ 4137 h 4137"/>
              <a:gd name="p0x11" fmla="*/ 0 w 8475"/>
              <a:gd name="p0y11" fmla="*/ 4069 h 4137"/>
              <a:gd name="p0x12" fmla="*/ 0 w 8475"/>
              <a:gd name="p0y12" fmla="*/ 3987 h 4137"/>
              <a:gd name="p0x13" fmla="*/ 0 w 8475"/>
              <a:gd name="p0y13" fmla="*/ 150 h 4137"/>
              <a:gd name="p0x14" fmla="*/ 0 w 8475"/>
              <a:gd name="p0y14" fmla="*/ 67 h 4137"/>
              <a:gd name="p0x15" fmla="*/ 67 w 8475"/>
              <a:gd name="p0y15" fmla="*/ 0 h 4137"/>
              <a:gd name="p0x16" fmla="*/ 150 w 8475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6429375" y="165036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462395" y="1678940"/>
            <a:ext cx="247650" cy="25273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6819900" y="1693783"/>
            <a:ext cx="90495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查询操作</a:t>
            </a:r>
            <a:endParaRPr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6429375" y="24022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6505575" y="2459355"/>
            <a:ext cx="11430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6772275" y="2394652"/>
            <a:ext cx="341724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在最短路径查询面板中选择起点</a:t>
            </a:r>
            <a:r>
              <a:rPr 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大门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和终点</a:t>
            </a:r>
            <a:r>
              <a:rPr 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观月阁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0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6429375" y="2745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6486525" y="2802255"/>
            <a:ext cx="1524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6772275" y="2737552"/>
            <a:ext cx="157534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查询最短路径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按钮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233795" y="3844925"/>
            <a:ext cx="5381625" cy="2626995"/>
          </a:xfrm>
          <a:custGeom>
            <a:avLst/>
            <a:gdLst>
              <a:gd name="sw" fmla="*/ 1 w 8475"/>
              <a:gd name="sh" fmla="*/ 1 h 4137"/>
              <a:gd name="mins" fmla="min sw sh"/>
              <a:gd name="dsw" fmla="+- 0 sw mins"/>
              <a:gd name="dsh" fmla="+- 0 sh mins"/>
              <a:gd name="p0x0" fmla="*/ 150 w 8475"/>
              <a:gd name="p0y0" fmla="*/ 0 h 4137"/>
              <a:gd name="p0x1" fmla="*/ 8325 w 8475"/>
              <a:gd name="p0y1" fmla="*/ 0 h 4137"/>
              <a:gd name="p0x2" fmla="*/ 8407 w 8475"/>
              <a:gd name="p0y2" fmla="*/ 0 h 4137"/>
              <a:gd name="p0x3" fmla="*/ 8475 w 8475"/>
              <a:gd name="p0y3" fmla="*/ 67 h 4137"/>
              <a:gd name="p0x4" fmla="*/ 8475 w 8475"/>
              <a:gd name="p0y4" fmla="*/ 150 h 4137"/>
              <a:gd name="p0x5" fmla="*/ 8475 w 8475"/>
              <a:gd name="p0y5" fmla="*/ 3987 h 4137"/>
              <a:gd name="p0x6" fmla="*/ 8475 w 8475"/>
              <a:gd name="p0y6" fmla="*/ 4069 h 4137"/>
              <a:gd name="p0x7" fmla="*/ 8407 w 8475"/>
              <a:gd name="p0y7" fmla="*/ 4137 h 4137"/>
              <a:gd name="p0x8" fmla="*/ 8325 w 8475"/>
              <a:gd name="p0y8" fmla="*/ 4137 h 4137"/>
              <a:gd name="p0x9" fmla="*/ 150 w 8475"/>
              <a:gd name="p0y9" fmla="*/ 4137 h 4137"/>
              <a:gd name="p0x10" fmla="*/ 67 w 8475"/>
              <a:gd name="p0y10" fmla="*/ 4137 h 4137"/>
              <a:gd name="p0x11" fmla="*/ 0 w 8475"/>
              <a:gd name="p0y11" fmla="*/ 4069 h 4137"/>
              <a:gd name="p0x12" fmla="*/ 0 w 8475"/>
              <a:gd name="p0y12" fmla="*/ 3987 h 4137"/>
              <a:gd name="p0x13" fmla="*/ 0 w 8475"/>
              <a:gd name="p0y13" fmla="*/ 150 h 4137"/>
              <a:gd name="p0x14" fmla="*/ 0 w 8475"/>
              <a:gd name="p0y14" fmla="*/ 67 h 4137"/>
              <a:gd name="p0x15" fmla="*/ 67 w 8475"/>
              <a:gd name="p0y15" fmla="*/ 0 h 4137"/>
              <a:gd name="p0x16" fmla="*/ 150 w 8475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6429375" y="413004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50 w 495"/>
              <a:gd name="p0y0" fmla="*/ 0 h 495"/>
              <a:gd name="p0x1" fmla="*/ 345 w 495"/>
              <a:gd name="p0y1" fmla="*/ 0 h 495"/>
              <a:gd name="p0x2" fmla="*/ 427 w 495"/>
              <a:gd name="p0y2" fmla="*/ 0 h 495"/>
              <a:gd name="p0x3" fmla="*/ 495 w 495"/>
              <a:gd name="p0y3" fmla="*/ 67 h 495"/>
              <a:gd name="p0x4" fmla="*/ 495 w 495"/>
              <a:gd name="p0y4" fmla="*/ 150 h 495"/>
              <a:gd name="p0x5" fmla="*/ 495 w 495"/>
              <a:gd name="p0y5" fmla="*/ 345 h 495"/>
              <a:gd name="p0x6" fmla="*/ 495 w 495"/>
              <a:gd name="p0y6" fmla="*/ 427 h 495"/>
              <a:gd name="p0x7" fmla="*/ 427 w 495"/>
              <a:gd name="p0y7" fmla="*/ 495 h 495"/>
              <a:gd name="p0x8" fmla="*/ 345 w 495"/>
              <a:gd name="p0y8" fmla="*/ 495 h 495"/>
              <a:gd name="p0x9" fmla="*/ 150 w 495"/>
              <a:gd name="p0y9" fmla="*/ 495 h 495"/>
              <a:gd name="p0x10" fmla="*/ 67 w 495"/>
              <a:gd name="p0y10" fmla="*/ 495 h 495"/>
              <a:gd name="p0x11" fmla="*/ 0 w 495"/>
              <a:gd name="p0y11" fmla="*/ 427 h 495"/>
              <a:gd name="p0x12" fmla="*/ 0 w 495"/>
              <a:gd name="p0y12" fmla="*/ 345 h 495"/>
              <a:gd name="p0x13" fmla="*/ 0 w 495"/>
              <a:gd name="p0y13" fmla="*/ 150 h 495"/>
              <a:gd name="p0x14" fmla="*/ 0 w 495"/>
              <a:gd name="p0y14" fmla="*/ 67 h 495"/>
              <a:gd name="p0x15" fmla="*/ 67 w 495"/>
              <a:gd name="p0y15" fmla="*/ 0 h 495"/>
              <a:gd name="p0x16" fmla="*/ 15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1228" t="-2933" r="-1228" b="-2933"/>
          <a:stretch>
            <a:fillRect/>
          </a:stretch>
        </p:blipFill>
        <p:spPr>
          <a:xfrm>
            <a:off x="6493510" y="4158615"/>
            <a:ext cx="185420" cy="2520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819900" y="4173188"/>
            <a:ext cx="904951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查询结果</a:t>
            </a:r>
            <a:endParaRPr sz="1425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6429375" y="45339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6486525" y="4591050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6772275" y="4526394"/>
            <a:ext cx="220690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红色高亮边</a:t>
            </a: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标出最短路径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6429375" y="4876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30000" b="-30000"/>
          <a:stretch>
            <a:fillRect/>
          </a:stretch>
        </p:blipFill>
        <p:spPr>
          <a:xfrm>
            <a:off x="6477000" y="4933950"/>
            <a:ext cx="1714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6772275" y="4869294"/>
            <a:ext cx="4534052" cy="3495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输出区显示完整路线：</a:t>
            </a:r>
            <a:r>
              <a:rPr 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大门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碧玉潭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赏花园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飞云石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翠微亭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白虎岩</a:t>
            </a:r>
            <a:r>
              <a:rPr lang="en-US" altLang="zh-CN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05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观月阁</a:t>
            </a:r>
            <a:endParaRPr lang="zh-CN" altLang="en-US" sz="105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6429375" y="5286375"/>
            <a:ext cx="4991100" cy="557530"/>
          </a:xfrm>
          <a:custGeom>
            <a:avLst/>
            <a:gdLst>
              <a:gd name="sw" fmla="*/ 1 w 7860"/>
              <a:gd name="sh" fmla="*/ 1 h 877"/>
              <a:gd name="mins" fmla="min sw sh"/>
              <a:gd name="dsw" fmla="+- 0 sw mins"/>
              <a:gd name="dsh" fmla="+- 0 sh mins"/>
              <a:gd name="p0x0" fmla="*/ 150 w 7860"/>
              <a:gd name="p0y0" fmla="*/ 0 h 877"/>
              <a:gd name="p0x1" fmla="*/ 7710 w 7860"/>
              <a:gd name="p0y1" fmla="*/ 0 h 877"/>
              <a:gd name="p0x2" fmla="*/ 7792 w 7860"/>
              <a:gd name="p0y2" fmla="*/ 0 h 877"/>
              <a:gd name="p0x3" fmla="*/ 7860 w 7860"/>
              <a:gd name="p0y3" fmla="*/ 67 h 877"/>
              <a:gd name="p0x4" fmla="*/ 7860 w 7860"/>
              <a:gd name="p0y4" fmla="*/ 150 h 877"/>
              <a:gd name="p0x5" fmla="*/ 7860 w 7860"/>
              <a:gd name="p0y5" fmla="*/ 727 h 877"/>
              <a:gd name="p0x6" fmla="*/ 7860 w 7860"/>
              <a:gd name="p0y6" fmla="*/ 810 h 877"/>
              <a:gd name="p0x7" fmla="*/ 7792 w 7860"/>
              <a:gd name="p0y7" fmla="*/ 877 h 877"/>
              <a:gd name="p0x8" fmla="*/ 7710 w 7860"/>
              <a:gd name="p0y8" fmla="*/ 877 h 877"/>
              <a:gd name="p0x9" fmla="*/ 150 w 7860"/>
              <a:gd name="p0y9" fmla="*/ 877 h 877"/>
              <a:gd name="p0x10" fmla="*/ 67 w 7860"/>
              <a:gd name="p0y10" fmla="*/ 877 h 877"/>
              <a:gd name="p0x11" fmla="*/ 0 w 7860"/>
              <a:gd name="p0y11" fmla="*/ 810 h 877"/>
              <a:gd name="p0x12" fmla="*/ 0 w 7860"/>
              <a:gd name="p0y12" fmla="*/ 727 h 877"/>
              <a:gd name="p0x13" fmla="*/ 0 w 7860"/>
              <a:gd name="p0y13" fmla="*/ 150 h 877"/>
              <a:gd name="p0x14" fmla="*/ 0 w 7860"/>
              <a:gd name="p0y14" fmla="*/ 67 h 877"/>
              <a:gd name="p0x15" fmla="*/ 67 w 7860"/>
              <a:gd name="p0y15" fmla="*/ 0 h 877"/>
              <a:gd name="p0x16" fmla="*/ 150 w 7860"/>
              <a:gd name="p0y16" fmla="*/ 0 h 87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1"/>
            </p:custDataLst>
          </p:nvPr>
        </p:nvSpPr>
        <p:spPr>
          <a:xfrm>
            <a:off x="6505575" y="54317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6667" t="-15758" r="-6667" b="-15758"/>
          <a:stretch>
            <a:fillRect/>
          </a:stretch>
        </p:blipFill>
        <p:spPr>
          <a:xfrm>
            <a:off x="6579235" y="5494020"/>
            <a:ext cx="118745" cy="137795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6848475" y="5363166"/>
            <a:ext cx="1869729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875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最短距离：</a:t>
            </a:r>
            <a:r>
              <a:rPr sz="2400" b="1" spc="-24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22</a:t>
            </a:r>
            <a:endParaRPr sz="2400" b="1" spc="-24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6"/>
            </p:custDataLst>
          </p:nvPr>
        </p:nvSpPr>
        <p:spPr>
          <a:xfrm>
            <a:off x="6429375" y="59201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t="-11538" b="-11538"/>
          <a:stretch>
            <a:fillRect/>
          </a:stretch>
        </p:blipFill>
        <p:spPr>
          <a:xfrm>
            <a:off x="6486525" y="5977255"/>
            <a:ext cx="15240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0"/>
            </p:custDataLst>
          </p:nvPr>
        </p:nvSpPr>
        <p:spPr>
          <a:xfrm>
            <a:off x="6772275" y="5912282"/>
            <a:ext cx="16002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0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同时列出每段分段的距离</a:t>
            </a:r>
            <a:endParaRPr sz="10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post_object_image_1074061158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55775" y="1856553"/>
            <a:ext cx="5221931" cy="30774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最小生成树</a:t>
            </a:r>
            <a:endParaRPr lang="zh-CN"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658218" y="1276350"/>
            <a:ext cx="2017814" cy="928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6000" b="1">
                <a:solidFill>
                  <a:srgbClr val="26A869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r>
              <a:rPr sz="2400" b="1">
                <a:solidFill>
                  <a:srgbClr val="26A869"/>
                </a:solidFill>
                <a:latin typeface="微软雅黑" panose="020B0503020204020204" charset="-122"/>
                <a:ea typeface="微软雅黑" panose="020B0503020204020204" charset="-122"/>
              </a:rPr>
              <a:t>条</a:t>
            </a:r>
            <a:endParaRPr sz="2400" b="1">
              <a:solidFill>
                <a:srgbClr val="26A8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928347" y="2200275"/>
            <a:ext cx="88693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MST</a:t>
            </a:r>
            <a:r>
              <a:rPr 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边数</a:t>
            </a:r>
            <a:endParaRPr 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143799" y="1276350"/>
            <a:ext cx="2286076" cy="9286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6000" b="1">
                <a:solidFill>
                  <a:srgbClr val="26A869"/>
                </a:solidFill>
                <a:latin typeface="微软雅黑" panose="020B0503020204020204" charset="-122"/>
                <a:ea typeface="微软雅黑" panose="020B0503020204020204" charset="-122"/>
              </a:rPr>
              <a:t>最小</a:t>
            </a:r>
            <a:endParaRPr sz="6000" b="1">
              <a:solidFill>
                <a:srgbClr val="26A86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648624" y="2200275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总权重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575945" y="2880995"/>
            <a:ext cx="5419725" cy="3590925"/>
          </a:xfrm>
          <a:custGeom>
            <a:avLst/>
            <a:gdLst>
              <a:gd name="sw" fmla="*/ 1 w 8535"/>
              <a:gd name="sh" fmla="*/ 1 h 5655"/>
              <a:gd name="mins" fmla="min sw sh"/>
              <a:gd name="dsw" fmla="+- 0 sw mins"/>
              <a:gd name="dsh" fmla="+- 0 sh mins"/>
              <a:gd name="p0x0" fmla="*/ 150 w 8535"/>
              <a:gd name="p0y0" fmla="*/ 0 h 5655"/>
              <a:gd name="p0x1" fmla="*/ 8385 w 8535"/>
              <a:gd name="p0y1" fmla="*/ 0 h 5655"/>
              <a:gd name="p0x2" fmla="*/ 8467 w 8535"/>
              <a:gd name="p0y2" fmla="*/ 0 h 5655"/>
              <a:gd name="p0x3" fmla="*/ 8535 w 8535"/>
              <a:gd name="p0y3" fmla="*/ 67 h 5655"/>
              <a:gd name="p0x4" fmla="*/ 8535 w 8535"/>
              <a:gd name="p0y4" fmla="*/ 150 h 5655"/>
              <a:gd name="p0x5" fmla="*/ 8535 w 8535"/>
              <a:gd name="p0y5" fmla="*/ 5505 h 5655"/>
              <a:gd name="p0x6" fmla="*/ 8535 w 8535"/>
              <a:gd name="p0y6" fmla="*/ 5587 h 5655"/>
              <a:gd name="p0x7" fmla="*/ 8467 w 8535"/>
              <a:gd name="p0y7" fmla="*/ 5655 h 5655"/>
              <a:gd name="p0x8" fmla="*/ 8385 w 8535"/>
              <a:gd name="p0y8" fmla="*/ 5655 h 5655"/>
              <a:gd name="p0x9" fmla="*/ 150 w 8535"/>
              <a:gd name="p0y9" fmla="*/ 5655 h 5655"/>
              <a:gd name="p0x10" fmla="*/ 67 w 8535"/>
              <a:gd name="p0y10" fmla="*/ 5655 h 5655"/>
              <a:gd name="p0x11" fmla="*/ 0 w 8535"/>
              <a:gd name="p0y11" fmla="*/ 5587 h 5655"/>
              <a:gd name="p0x12" fmla="*/ 0 w 8535"/>
              <a:gd name="p0y12" fmla="*/ 5505 h 5655"/>
              <a:gd name="p0x13" fmla="*/ 0 w 8535"/>
              <a:gd name="p0y13" fmla="*/ 150 h 5655"/>
              <a:gd name="p0x14" fmla="*/ 0 w 8535"/>
              <a:gd name="p0y14" fmla="*/ 67 h 5655"/>
              <a:gd name="p0x15" fmla="*/ 67 w 8535"/>
              <a:gd name="p0y15" fmla="*/ 0 h 5655"/>
              <a:gd name="p0x16" fmla="*/ 150 w 8535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71525" y="3060383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功能演示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771525" y="38976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871220" y="3978910"/>
            <a:ext cx="219075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343025" y="3940969"/>
            <a:ext cx="167870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最小生成树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771525" y="46907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16167" r="-2000" b="-16167"/>
          <a:stretch>
            <a:fillRect/>
          </a:stretch>
        </p:blipFill>
        <p:spPr>
          <a:xfrm>
            <a:off x="857250" y="4772025"/>
            <a:ext cx="247650" cy="25209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343025" y="4733925"/>
            <a:ext cx="255672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MST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条边和总权重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771525" y="54838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564505"/>
            <a:ext cx="247650" cy="25273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343025" y="5526881"/>
            <a:ext cx="337587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以绿色高亮边标出所有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MST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6195695" y="2880995"/>
            <a:ext cx="5419725" cy="3590925"/>
          </a:xfrm>
          <a:custGeom>
            <a:avLst/>
            <a:gdLst>
              <a:gd name="sw" fmla="*/ 1 w 8535"/>
              <a:gd name="sh" fmla="*/ 1 h 5655"/>
              <a:gd name="mins" fmla="min sw sh"/>
              <a:gd name="dsw" fmla="+- 0 sw mins"/>
              <a:gd name="dsh" fmla="+- 0 sh mins"/>
              <a:gd name="p0x0" fmla="*/ 150 w 8535"/>
              <a:gd name="p0y0" fmla="*/ 0 h 5655"/>
              <a:gd name="p0x1" fmla="*/ 8385 w 8535"/>
              <a:gd name="p0y1" fmla="*/ 0 h 5655"/>
              <a:gd name="p0x2" fmla="*/ 8467 w 8535"/>
              <a:gd name="p0y2" fmla="*/ 0 h 5655"/>
              <a:gd name="p0x3" fmla="*/ 8535 w 8535"/>
              <a:gd name="p0y3" fmla="*/ 67 h 5655"/>
              <a:gd name="p0x4" fmla="*/ 8535 w 8535"/>
              <a:gd name="p0y4" fmla="*/ 150 h 5655"/>
              <a:gd name="p0x5" fmla="*/ 8535 w 8535"/>
              <a:gd name="p0y5" fmla="*/ 5505 h 5655"/>
              <a:gd name="p0x6" fmla="*/ 8535 w 8535"/>
              <a:gd name="p0y6" fmla="*/ 5587 h 5655"/>
              <a:gd name="p0x7" fmla="*/ 8467 w 8535"/>
              <a:gd name="p0y7" fmla="*/ 5655 h 5655"/>
              <a:gd name="p0x8" fmla="*/ 8385 w 8535"/>
              <a:gd name="p0y8" fmla="*/ 5655 h 5655"/>
              <a:gd name="p0x9" fmla="*/ 150 w 8535"/>
              <a:gd name="p0y9" fmla="*/ 5655 h 5655"/>
              <a:gd name="p0x10" fmla="*/ 67 w 8535"/>
              <a:gd name="p0y10" fmla="*/ 5655 h 5655"/>
              <a:gd name="p0x11" fmla="*/ 0 w 8535"/>
              <a:gd name="p0y11" fmla="*/ 5587 h 5655"/>
              <a:gd name="p0x12" fmla="*/ 0 w 8535"/>
              <a:gd name="p0y12" fmla="*/ 5505 h 5655"/>
              <a:gd name="p0x13" fmla="*/ 0 w 8535"/>
              <a:gd name="p0y13" fmla="*/ 150 h 5655"/>
              <a:gd name="p0x14" fmla="*/ 0 w 8535"/>
              <a:gd name="p0y14" fmla="*/ 67 h 5655"/>
              <a:gd name="p0x15" fmla="*/ 67 w 8535"/>
              <a:gd name="p0y15" fmla="*/ 0 h 5655"/>
              <a:gd name="p0x16" fmla="*/ 150 w 8535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6391275" y="3060383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应用价值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6391275" y="4162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7976" t="-3067" r="-7976" b="-3067"/>
          <a:stretch>
            <a:fillRect/>
          </a:stretch>
        </p:blipFill>
        <p:spPr>
          <a:xfrm>
            <a:off x="6445885" y="4243070"/>
            <a:ext cx="309245" cy="25273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962775" y="4205288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为景区管理方提供道路建设优化参考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6391275" y="52197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477000" y="5300345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6962775" y="5262563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以最小成本连通所有景点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景点详情交互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150 w 4970"/>
              <a:gd name="p0y0" fmla="*/ 0 h 4065"/>
              <a:gd name="p0x1" fmla="*/ 4820 w 4970"/>
              <a:gd name="p0y1" fmla="*/ 0 h 4065"/>
              <a:gd name="p0x2" fmla="*/ 4903 w 4970"/>
              <a:gd name="p0y2" fmla="*/ 0 h 4065"/>
              <a:gd name="p0x3" fmla="*/ 4970 w 4970"/>
              <a:gd name="p0y3" fmla="*/ 67 h 4065"/>
              <a:gd name="p0x4" fmla="*/ 4970 w 4970"/>
              <a:gd name="p0y4" fmla="*/ 150 h 4065"/>
              <a:gd name="p0x5" fmla="*/ 4970 w 4970"/>
              <a:gd name="p0y5" fmla="*/ 3915 h 4065"/>
              <a:gd name="p0x6" fmla="*/ 4970 w 4970"/>
              <a:gd name="p0y6" fmla="*/ 3997 h 4065"/>
              <a:gd name="p0x7" fmla="*/ 4903 w 4970"/>
              <a:gd name="p0y7" fmla="*/ 4065 h 4065"/>
              <a:gd name="p0x8" fmla="*/ 4820 w 4970"/>
              <a:gd name="p0y8" fmla="*/ 4065 h 4065"/>
              <a:gd name="p0x9" fmla="*/ 150 w 4970"/>
              <a:gd name="p0y9" fmla="*/ 4065 h 4065"/>
              <a:gd name="p0x10" fmla="*/ 67 w 4970"/>
              <a:gd name="p0y10" fmla="*/ 4065 h 4065"/>
              <a:gd name="p0x11" fmla="*/ 0 w 4970"/>
              <a:gd name="p0y11" fmla="*/ 3997 h 4065"/>
              <a:gd name="p0x12" fmla="*/ 0 w 4970"/>
              <a:gd name="p0y12" fmla="*/ 3915 h 4065"/>
              <a:gd name="p0x13" fmla="*/ 0 w 4970"/>
              <a:gd name="p0y13" fmla="*/ 150 h 4065"/>
              <a:gd name="p0x14" fmla="*/ 0 w 4970"/>
              <a:gd name="p0y14" fmla="*/ 67 h 4065"/>
              <a:gd name="p0x15" fmla="*/ 67 w 4970"/>
              <a:gd name="p0y15" fmla="*/ 0 h 4065"/>
              <a:gd name="p0x16" fmla="*/ 150 w 497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8402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1920875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891694"/>
            <a:ext cx="1954111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直接点击</a:t>
            </a:r>
            <a:endParaRPr lang="zh-CN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396519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上直接点击任意景点圆形图标，即可快速查看该景点详情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38906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150 w 4970"/>
              <a:gd name="p0y0" fmla="*/ 0 h 4065"/>
              <a:gd name="p0x1" fmla="*/ 4820 w 4970"/>
              <a:gd name="p0y1" fmla="*/ 0 h 4065"/>
              <a:gd name="p0x2" fmla="*/ 4903 w 4970"/>
              <a:gd name="p0y2" fmla="*/ 0 h 4065"/>
              <a:gd name="p0x3" fmla="*/ 4970 w 4970"/>
              <a:gd name="p0y3" fmla="*/ 67 h 4065"/>
              <a:gd name="p0x4" fmla="*/ 4970 w 4970"/>
              <a:gd name="p0y4" fmla="*/ 150 h 4065"/>
              <a:gd name="p0x5" fmla="*/ 4970 w 4970"/>
              <a:gd name="p0y5" fmla="*/ 3915 h 4065"/>
              <a:gd name="p0x6" fmla="*/ 4970 w 4970"/>
              <a:gd name="p0y6" fmla="*/ 3997 h 4065"/>
              <a:gd name="p0x7" fmla="*/ 4903 w 4970"/>
              <a:gd name="p0y7" fmla="*/ 4065 h 4065"/>
              <a:gd name="p0x8" fmla="*/ 4820 w 4970"/>
              <a:gd name="p0y8" fmla="*/ 4065 h 4065"/>
              <a:gd name="p0x9" fmla="*/ 150 w 4970"/>
              <a:gd name="p0y9" fmla="*/ 4065 h 4065"/>
              <a:gd name="p0x10" fmla="*/ 67 w 4970"/>
              <a:gd name="p0y10" fmla="*/ 4065 h 4065"/>
              <a:gd name="p0x11" fmla="*/ 0 w 4970"/>
              <a:gd name="p0y11" fmla="*/ 3997 h 4065"/>
              <a:gd name="p0x12" fmla="*/ 0 w 4970"/>
              <a:gd name="p0y12" fmla="*/ 3915 h 4065"/>
              <a:gd name="p0x13" fmla="*/ 0 w 4970"/>
              <a:gd name="p0y13" fmla="*/ 150 h 4065"/>
              <a:gd name="p0x14" fmla="*/ 0 w 4970"/>
              <a:gd name="p0y14" fmla="*/ 67 h 4065"/>
              <a:gd name="p0x15" fmla="*/ 67 w 4970"/>
              <a:gd name="p0y15" fmla="*/ 0 h 4065"/>
              <a:gd name="p0x16" fmla="*/ 150 w 497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46215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4702175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4672993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下拉菜单选择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5177818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通过下拉菜单选择景点后，点击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查看景点详情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按钮获取信息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3989705" y="1109345"/>
            <a:ext cx="4211955" cy="5362575"/>
          </a:xfrm>
          <a:custGeom>
            <a:avLst/>
            <a:gdLst>
              <a:gd name="sw" fmla="*/ 1 w 6633"/>
              <a:gd name="sh" fmla="*/ 1 h 8445"/>
              <a:gd name="mins" fmla="min sw sh"/>
              <a:gd name="dsw" fmla="+- 0 sw mins"/>
              <a:gd name="dsh" fmla="+- 0 sh mins"/>
              <a:gd name="p0x0" fmla="*/ 150 w 6633"/>
              <a:gd name="p0y0" fmla="*/ 0 h 8445"/>
              <a:gd name="p0x1" fmla="*/ 6483 w 6633"/>
              <a:gd name="p0y1" fmla="*/ 0 h 8445"/>
              <a:gd name="p0x2" fmla="*/ 6565 w 6633"/>
              <a:gd name="p0y2" fmla="*/ 0 h 8445"/>
              <a:gd name="p0x3" fmla="*/ 6633 w 6633"/>
              <a:gd name="p0y3" fmla="*/ 67 h 8445"/>
              <a:gd name="p0x4" fmla="*/ 6633 w 6633"/>
              <a:gd name="p0y4" fmla="*/ 150 h 8445"/>
              <a:gd name="p0x5" fmla="*/ 6633 w 6633"/>
              <a:gd name="p0y5" fmla="*/ 8295 h 8445"/>
              <a:gd name="p0x6" fmla="*/ 6633 w 6633"/>
              <a:gd name="p0y6" fmla="*/ 8377 h 8445"/>
              <a:gd name="p0x7" fmla="*/ 6565 w 6633"/>
              <a:gd name="p0y7" fmla="*/ 8445 h 8445"/>
              <a:gd name="p0x8" fmla="*/ 6483 w 6633"/>
              <a:gd name="p0y8" fmla="*/ 8445 h 8445"/>
              <a:gd name="p0x9" fmla="*/ 150 w 6633"/>
              <a:gd name="p0y9" fmla="*/ 8445 h 8445"/>
              <a:gd name="p0x10" fmla="*/ 67 w 6633"/>
              <a:gd name="p0y10" fmla="*/ 8445 h 8445"/>
              <a:gd name="p0x11" fmla="*/ 0 w 6633"/>
              <a:gd name="p0y11" fmla="*/ 8377 h 8445"/>
              <a:gd name="p0x12" fmla="*/ 0 w 6633"/>
              <a:gd name="p0y12" fmla="*/ 8295 h 8445"/>
              <a:gd name="p0x13" fmla="*/ 0 w 6633"/>
              <a:gd name="p0y13" fmla="*/ 150 h 8445"/>
              <a:gd name="p0x14" fmla="*/ 0 w 6633"/>
              <a:gd name="p0y14" fmla="*/ 67 h 8445"/>
              <a:gd name="p0x15" fmla="*/ 67 w 6633"/>
              <a:gd name="p0y15" fmla="*/ 0 h 8445"/>
              <a:gd name="p0x16" fmla="*/ 150 w 663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97AF3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4184650" y="27241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000" t="-19825" r="-2000" b="-19825"/>
          <a:stretch>
            <a:fillRect/>
          </a:stretch>
        </p:blipFill>
        <p:spPr>
          <a:xfrm>
            <a:off x="4270375" y="2804795"/>
            <a:ext cx="247650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4718666" y="27508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弹窗内容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4184650" y="34099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4337666" y="3281363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景点标签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4184650" y="38290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4337666" y="3700463"/>
            <a:ext cx="952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景点编号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4184650" y="42481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4337666" y="411956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邻接景点列表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8"/>
            </p:custDataLst>
          </p:nvPr>
        </p:nvSpPr>
        <p:spPr>
          <a:xfrm>
            <a:off x="4184650" y="46672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4337666" y="4538663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详细介绍文字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8458835" y="11093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150 w 4970"/>
              <a:gd name="p0y0" fmla="*/ 0 h 4065"/>
              <a:gd name="p0x1" fmla="*/ 4820 w 4970"/>
              <a:gd name="p0y1" fmla="*/ 0 h 4065"/>
              <a:gd name="p0x2" fmla="*/ 4903 w 4970"/>
              <a:gd name="p0y2" fmla="*/ 0 h 4065"/>
              <a:gd name="p0x3" fmla="*/ 4970 w 4970"/>
              <a:gd name="p0y3" fmla="*/ 67 h 4065"/>
              <a:gd name="p0x4" fmla="*/ 4970 w 4970"/>
              <a:gd name="p0y4" fmla="*/ 150 h 4065"/>
              <a:gd name="p0x5" fmla="*/ 4970 w 4970"/>
              <a:gd name="p0y5" fmla="*/ 3915 h 4065"/>
              <a:gd name="p0x6" fmla="*/ 4970 w 4970"/>
              <a:gd name="p0y6" fmla="*/ 3997 h 4065"/>
              <a:gd name="p0x7" fmla="*/ 4903 w 4970"/>
              <a:gd name="p0y7" fmla="*/ 4065 h 4065"/>
              <a:gd name="p0x8" fmla="*/ 4820 w 4970"/>
              <a:gd name="p0y8" fmla="*/ 4065 h 4065"/>
              <a:gd name="p0x9" fmla="*/ 150 w 4970"/>
              <a:gd name="p0y9" fmla="*/ 4065 h 4065"/>
              <a:gd name="p0x10" fmla="*/ 67 w 4970"/>
              <a:gd name="p0y10" fmla="*/ 4065 h 4065"/>
              <a:gd name="p0x11" fmla="*/ 0 w 4970"/>
              <a:gd name="p0y11" fmla="*/ 3997 h 4065"/>
              <a:gd name="p0x12" fmla="*/ 0 w 4970"/>
              <a:gd name="p0y12" fmla="*/ 3915 h 4065"/>
              <a:gd name="p0x13" fmla="*/ 0 w 4970"/>
              <a:gd name="p0y13" fmla="*/ 150 h 4065"/>
              <a:gd name="p0x14" fmla="*/ 0 w 4970"/>
              <a:gd name="p0y14" fmla="*/ 67 h 4065"/>
              <a:gd name="p0x15" fmla="*/ 67 w 4970"/>
              <a:gd name="p0y15" fmla="*/ 0 h 4065"/>
              <a:gd name="p0x16" fmla="*/ 150 w 497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8654415" y="18402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273" t="-392222" r="-2273" b="-392222"/>
          <a:stretch>
            <a:fillRect/>
          </a:stretch>
        </p:blipFill>
        <p:spPr>
          <a:xfrm>
            <a:off x="8754110" y="1920875"/>
            <a:ext cx="219075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5"/>
            </p:custDataLst>
          </p:nvPr>
        </p:nvSpPr>
        <p:spPr>
          <a:xfrm>
            <a:off x="9187834" y="1891694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交互提示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8654434" y="2396519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圆形图标为可点击区域，鼠标悬停时会有视觉反馈效果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7"/>
            </p:custDataLst>
          </p:nvPr>
        </p:nvSpPr>
        <p:spPr>
          <a:xfrm>
            <a:off x="8458835" y="38906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150 w 4970"/>
              <a:gd name="p0y0" fmla="*/ 0 h 4065"/>
              <a:gd name="p0x1" fmla="*/ 4820 w 4970"/>
              <a:gd name="p0y1" fmla="*/ 0 h 4065"/>
              <a:gd name="p0x2" fmla="*/ 4903 w 4970"/>
              <a:gd name="p0y2" fmla="*/ 0 h 4065"/>
              <a:gd name="p0x3" fmla="*/ 4970 w 4970"/>
              <a:gd name="p0y3" fmla="*/ 67 h 4065"/>
              <a:gd name="p0x4" fmla="*/ 4970 w 4970"/>
              <a:gd name="p0y4" fmla="*/ 150 h 4065"/>
              <a:gd name="p0x5" fmla="*/ 4970 w 4970"/>
              <a:gd name="p0y5" fmla="*/ 3915 h 4065"/>
              <a:gd name="p0x6" fmla="*/ 4970 w 4970"/>
              <a:gd name="p0y6" fmla="*/ 3997 h 4065"/>
              <a:gd name="p0x7" fmla="*/ 4903 w 4970"/>
              <a:gd name="p0y7" fmla="*/ 4065 h 4065"/>
              <a:gd name="p0x8" fmla="*/ 4820 w 4970"/>
              <a:gd name="p0y8" fmla="*/ 4065 h 4065"/>
              <a:gd name="p0x9" fmla="*/ 150 w 4970"/>
              <a:gd name="p0y9" fmla="*/ 4065 h 4065"/>
              <a:gd name="p0x10" fmla="*/ 67 w 4970"/>
              <a:gd name="p0y10" fmla="*/ 4065 h 4065"/>
              <a:gd name="p0x11" fmla="*/ 0 w 4970"/>
              <a:gd name="p0y11" fmla="*/ 3997 h 4065"/>
              <a:gd name="p0x12" fmla="*/ 0 w 4970"/>
              <a:gd name="p0y12" fmla="*/ 3915 h 4065"/>
              <a:gd name="p0x13" fmla="*/ 0 w 4970"/>
              <a:gd name="p0y13" fmla="*/ 150 h 4065"/>
              <a:gd name="p0x14" fmla="*/ 0 w 4970"/>
              <a:gd name="p0y14" fmla="*/ 67 h 4065"/>
              <a:gd name="p0x15" fmla="*/ 67 w 4970"/>
              <a:gd name="p0y15" fmla="*/ 0 h 4065"/>
              <a:gd name="p0x16" fmla="*/ 150 w 497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8654415" y="46215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740140" y="4702175"/>
            <a:ext cx="247650" cy="2527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2"/>
            </p:custDataLst>
          </p:nvPr>
        </p:nvSpPr>
        <p:spPr>
          <a:xfrm>
            <a:off x="9187834" y="467299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信息层级</a:t>
            </a:r>
            <a:endParaRPr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3"/>
            </p:custDataLst>
          </p:nvPr>
        </p:nvSpPr>
        <p:spPr>
          <a:xfrm>
            <a:off x="8654434" y="5177818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弹窗采用分层展示，基础信息与详细内容分区呈现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项目总结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技术层面收获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546475" cy="5362575"/>
          </a:xfrm>
          <a:custGeom>
            <a:avLst/>
            <a:gdLst>
              <a:gd name="sw" fmla="*/ 1 w 5585"/>
              <a:gd name="sh" fmla="*/ 1 h 8445"/>
              <a:gd name="mins" fmla="min sw sh"/>
              <a:gd name="dsw" fmla="+- 0 sw mins"/>
              <a:gd name="dsh" fmla="+- 0 sh mins"/>
              <a:gd name="p0x0" fmla="*/ 150 w 5585"/>
              <a:gd name="p0y0" fmla="*/ 0 h 8445"/>
              <a:gd name="p0x1" fmla="*/ 5435 w 5585"/>
              <a:gd name="p0y1" fmla="*/ 0 h 8445"/>
              <a:gd name="p0x2" fmla="*/ 5517 w 5585"/>
              <a:gd name="p0y2" fmla="*/ 0 h 8445"/>
              <a:gd name="p0x3" fmla="*/ 5585 w 5585"/>
              <a:gd name="p0y3" fmla="*/ 67 h 8445"/>
              <a:gd name="p0x4" fmla="*/ 5585 w 5585"/>
              <a:gd name="p0y4" fmla="*/ 150 h 8445"/>
              <a:gd name="p0x5" fmla="*/ 5585 w 5585"/>
              <a:gd name="p0y5" fmla="*/ 8295 h 8445"/>
              <a:gd name="p0x6" fmla="*/ 5585 w 5585"/>
              <a:gd name="p0y6" fmla="*/ 8377 h 8445"/>
              <a:gd name="p0x7" fmla="*/ 5517 w 5585"/>
              <a:gd name="p0y7" fmla="*/ 8445 h 8445"/>
              <a:gd name="p0x8" fmla="*/ 5435 w 5585"/>
              <a:gd name="p0y8" fmla="*/ 8445 h 8445"/>
              <a:gd name="p0x9" fmla="*/ 150 w 5585"/>
              <a:gd name="p0y9" fmla="*/ 8445 h 8445"/>
              <a:gd name="p0x10" fmla="*/ 67 w 5585"/>
              <a:gd name="p0y10" fmla="*/ 8445 h 8445"/>
              <a:gd name="p0x11" fmla="*/ 0 w 5585"/>
              <a:gd name="p0y11" fmla="*/ 8377 h 8445"/>
              <a:gd name="p0x12" fmla="*/ 0 w 5585"/>
              <a:gd name="p0y12" fmla="*/ 8295 h 8445"/>
              <a:gd name="p0x13" fmla="*/ 0 w 5585"/>
              <a:gd name="p0y13" fmla="*/ 150 h 8445"/>
              <a:gd name="p0x14" fmla="*/ 0 w 5585"/>
              <a:gd name="p0y14" fmla="*/ 67 h 8445"/>
              <a:gd name="p0x15" fmla="*/ 67 w 5585"/>
              <a:gd name="p0y15" fmla="*/ 0 h 8445"/>
              <a:gd name="p0x16" fmla="*/ 150 w 55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428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857250" y="15093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288732"/>
            <a:ext cx="2622575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图数据结构的深入理解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28384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23925" y="2709863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邻接表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适合稀疏图的存储和遍历，节省空间且遍历邻接点高效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416242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23925" y="4033838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邻接矩阵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方便快速查询任意两点间的权重和展示全局距离关系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548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23925" y="5357813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本项目</a:t>
            </a: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同时使用两者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，各取所长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4322445" y="1109345"/>
            <a:ext cx="3546475" cy="5362575"/>
          </a:xfrm>
          <a:custGeom>
            <a:avLst/>
            <a:gdLst>
              <a:gd name="sw" fmla="*/ 1 w 5585"/>
              <a:gd name="sh" fmla="*/ 1 h 8445"/>
              <a:gd name="mins" fmla="min sw sh"/>
              <a:gd name="dsw" fmla="+- 0 sw mins"/>
              <a:gd name="dsh" fmla="+- 0 sh mins"/>
              <a:gd name="p0x0" fmla="*/ 150 w 5585"/>
              <a:gd name="p0y0" fmla="*/ 0 h 8445"/>
              <a:gd name="p0x1" fmla="*/ 5435 w 5585"/>
              <a:gd name="p0y1" fmla="*/ 0 h 8445"/>
              <a:gd name="p0x2" fmla="*/ 5517 w 5585"/>
              <a:gd name="p0y2" fmla="*/ 0 h 8445"/>
              <a:gd name="p0x3" fmla="*/ 5585 w 5585"/>
              <a:gd name="p0y3" fmla="*/ 67 h 8445"/>
              <a:gd name="p0x4" fmla="*/ 5585 w 5585"/>
              <a:gd name="p0y4" fmla="*/ 150 h 8445"/>
              <a:gd name="p0x5" fmla="*/ 5585 w 5585"/>
              <a:gd name="p0y5" fmla="*/ 8295 h 8445"/>
              <a:gd name="p0x6" fmla="*/ 5585 w 5585"/>
              <a:gd name="p0y6" fmla="*/ 8377 h 8445"/>
              <a:gd name="p0x7" fmla="*/ 5517 w 5585"/>
              <a:gd name="p0y7" fmla="*/ 8445 h 8445"/>
              <a:gd name="p0x8" fmla="*/ 5435 w 5585"/>
              <a:gd name="p0y8" fmla="*/ 8445 h 8445"/>
              <a:gd name="p0x9" fmla="*/ 150 w 5585"/>
              <a:gd name="p0y9" fmla="*/ 8445 h 8445"/>
              <a:gd name="p0x10" fmla="*/ 67 w 5585"/>
              <a:gd name="p0y10" fmla="*/ 8445 h 8445"/>
              <a:gd name="p0x11" fmla="*/ 0 w 5585"/>
              <a:gd name="p0y11" fmla="*/ 8377 h 8445"/>
              <a:gd name="p0x12" fmla="*/ 0 w 5585"/>
              <a:gd name="p0y12" fmla="*/ 8295 h 8445"/>
              <a:gd name="p0x13" fmla="*/ 0 w 5585"/>
              <a:gd name="p0y13" fmla="*/ 150 h 8445"/>
              <a:gd name="p0x14" fmla="*/ 0 w 5585"/>
              <a:gd name="p0y14" fmla="*/ 67 h 8445"/>
              <a:gd name="p0x15" fmla="*/ 67 w 5585"/>
              <a:gd name="p0y15" fmla="*/ 0 h 8445"/>
              <a:gd name="p0x16" fmla="*/ 150 w 55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45180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4634230" y="1385570"/>
            <a:ext cx="18605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5051451" y="1331595"/>
            <a:ext cx="26670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算法设计的关键洞察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0"/>
            </p:custDataLst>
          </p:nvPr>
        </p:nvSpPr>
        <p:spPr>
          <a:xfrm>
            <a:off x="4518025" y="291084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4670451" y="2782862"/>
            <a:ext cx="3003575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en-US"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lang="zh-CN"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的递归实现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中记录回溯路径的设计，为回路检测功能提供了数据基础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2"/>
            </p:custDataLst>
          </p:nvPr>
        </p:nvSpPr>
        <p:spPr>
          <a:xfrm>
            <a:off x="4518025" y="486029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670451" y="4732287"/>
            <a:ext cx="3003575" cy="6334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算法设计需要从</a:t>
            </a: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功能需求出发倒推</a:t>
            </a:r>
            <a:endParaRPr sz="1500" b="1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数据结构方案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8068945" y="1109345"/>
            <a:ext cx="3546475" cy="5362575"/>
          </a:xfrm>
          <a:custGeom>
            <a:avLst/>
            <a:gdLst>
              <a:gd name="sw" fmla="*/ 1 w 5585"/>
              <a:gd name="sh" fmla="*/ 1 h 8445"/>
              <a:gd name="mins" fmla="min sw sh"/>
              <a:gd name="dsw" fmla="+- 0 sw mins"/>
              <a:gd name="dsh" fmla="+- 0 sh mins"/>
              <a:gd name="p0x0" fmla="*/ 150 w 5585"/>
              <a:gd name="p0y0" fmla="*/ 0 h 8445"/>
              <a:gd name="p0x1" fmla="*/ 5435 w 5585"/>
              <a:gd name="p0y1" fmla="*/ 0 h 8445"/>
              <a:gd name="p0x2" fmla="*/ 5517 w 5585"/>
              <a:gd name="p0y2" fmla="*/ 0 h 8445"/>
              <a:gd name="p0x3" fmla="*/ 5585 w 5585"/>
              <a:gd name="p0y3" fmla="*/ 67 h 8445"/>
              <a:gd name="p0x4" fmla="*/ 5585 w 5585"/>
              <a:gd name="p0y4" fmla="*/ 150 h 8445"/>
              <a:gd name="p0x5" fmla="*/ 5585 w 5585"/>
              <a:gd name="p0y5" fmla="*/ 8295 h 8445"/>
              <a:gd name="p0x6" fmla="*/ 5585 w 5585"/>
              <a:gd name="p0y6" fmla="*/ 8377 h 8445"/>
              <a:gd name="p0x7" fmla="*/ 5517 w 5585"/>
              <a:gd name="p0y7" fmla="*/ 8445 h 8445"/>
              <a:gd name="p0x8" fmla="*/ 5435 w 5585"/>
              <a:gd name="p0y8" fmla="*/ 8445 h 8445"/>
              <a:gd name="p0x9" fmla="*/ 150 w 5585"/>
              <a:gd name="p0y9" fmla="*/ 8445 h 8445"/>
              <a:gd name="p0x10" fmla="*/ 67 w 5585"/>
              <a:gd name="p0y10" fmla="*/ 8445 h 8445"/>
              <a:gd name="p0x11" fmla="*/ 0 w 5585"/>
              <a:gd name="p0y11" fmla="*/ 8377 h 8445"/>
              <a:gd name="p0x12" fmla="*/ 0 w 5585"/>
              <a:gd name="p0y12" fmla="*/ 8295 h 8445"/>
              <a:gd name="p0x13" fmla="*/ 0 w 5585"/>
              <a:gd name="p0y13" fmla="*/ 150 h 8445"/>
              <a:gd name="p0x14" fmla="*/ 0 w 5585"/>
              <a:gd name="p0y14" fmla="*/ 67 h 8445"/>
              <a:gd name="p0x15" fmla="*/ 67 w 5585"/>
              <a:gd name="p0y15" fmla="*/ 0 h 8445"/>
              <a:gd name="p0x16" fmla="*/ 150 w 558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8264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8350250" y="1385570"/>
            <a:ext cx="247650" cy="2527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29"/>
            </p:custDataLst>
          </p:nvPr>
        </p:nvSpPr>
        <p:spPr>
          <a:xfrm>
            <a:off x="8797976" y="13315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边界条件的处理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0"/>
            </p:custDataLst>
          </p:nvPr>
        </p:nvSpPr>
        <p:spPr>
          <a:xfrm>
            <a:off x="8264525" y="301244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8416976" y="2884437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lang="en-US"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中当图不连通时需要特殊处理（</a:t>
            </a:r>
            <a:r>
              <a:rPr lang="en-US" altLang="zh-CN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dist[end]==INF</a:t>
            </a:r>
            <a:r>
              <a:rPr lang="zh-CN" altLang="en-US"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2"/>
            </p:custDataLst>
          </p:nvPr>
        </p:nvSpPr>
        <p:spPr>
          <a:xfrm>
            <a:off x="8264525" y="475869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97A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8416976" y="4630636"/>
            <a:ext cx="30035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这个边界条件的处理是</a:t>
            </a: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调试过程中最容易出错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的地方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算法对比理解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381625" cy="1851025"/>
          </a:xfrm>
          <a:custGeom>
            <a:avLst/>
            <a:gdLst>
              <a:gd name="sw" fmla="*/ 1 w 8475"/>
              <a:gd name="sh" fmla="*/ 1 h 2915"/>
              <a:gd name="mins" fmla="min sw sh"/>
              <a:gd name="dsw" fmla="+- 0 sw mins"/>
              <a:gd name="dsh" fmla="+- 0 sh mins"/>
              <a:gd name="p0x0" fmla="*/ 150 w 8475"/>
              <a:gd name="p0y0" fmla="*/ 0 h 2915"/>
              <a:gd name="p0x1" fmla="*/ 8325 w 8475"/>
              <a:gd name="p0y1" fmla="*/ 0 h 2915"/>
              <a:gd name="p0x2" fmla="*/ 8407 w 8475"/>
              <a:gd name="p0y2" fmla="*/ 0 h 2915"/>
              <a:gd name="p0x3" fmla="*/ 8475 w 8475"/>
              <a:gd name="p0y3" fmla="*/ 67 h 2915"/>
              <a:gd name="p0x4" fmla="*/ 8475 w 8475"/>
              <a:gd name="p0y4" fmla="*/ 150 h 2915"/>
              <a:gd name="p0x5" fmla="*/ 8475 w 8475"/>
              <a:gd name="p0y5" fmla="*/ 2765 h 2915"/>
              <a:gd name="p0x6" fmla="*/ 8475 w 8475"/>
              <a:gd name="p0y6" fmla="*/ 2847 h 2915"/>
              <a:gd name="p0x7" fmla="*/ 8407 w 8475"/>
              <a:gd name="p0y7" fmla="*/ 2915 h 2915"/>
              <a:gd name="p0x8" fmla="*/ 8325 w 8475"/>
              <a:gd name="p0y8" fmla="*/ 2915 h 2915"/>
              <a:gd name="p0x9" fmla="*/ 150 w 8475"/>
              <a:gd name="p0y9" fmla="*/ 2915 h 2915"/>
              <a:gd name="p0x10" fmla="*/ 67 w 8475"/>
              <a:gd name="p0y10" fmla="*/ 2915 h 2915"/>
              <a:gd name="p0x11" fmla="*/ 0 w 8475"/>
              <a:gd name="p0y11" fmla="*/ 2847 h 2915"/>
              <a:gd name="p0x12" fmla="*/ 0 w 8475"/>
              <a:gd name="p0y12" fmla="*/ 2765 h 2915"/>
              <a:gd name="p0x13" fmla="*/ 0 w 8475"/>
              <a:gd name="p0y13" fmla="*/ 150 h 2915"/>
              <a:gd name="p0x14" fmla="*/ 0 w 8475"/>
              <a:gd name="p0y14" fmla="*/ 67 h 2915"/>
              <a:gd name="p0x15" fmla="*/ 67 w 8475"/>
              <a:gd name="p0y15" fmla="*/ 0 h 2915"/>
              <a:gd name="p0x16" fmla="*/ 150 w 8475"/>
              <a:gd name="p0y16" fmla="*/ 0 h 29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5963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1677670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623670"/>
            <a:ext cx="364718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altLang="en-US"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的框架相似性</a:t>
            </a:r>
            <a:endParaRPr lang="zh-CN" altLang="en-US"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154212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两者有</a:t>
            </a: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相似的框架结构</a:t>
            </a: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，体现了贪心算法的统一设计思想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3160395"/>
            <a:ext cx="5381625" cy="3311525"/>
          </a:xfrm>
          <a:custGeom>
            <a:avLst/>
            <a:gdLst>
              <a:gd name="sw" fmla="*/ 1 w 8475"/>
              <a:gd name="sh" fmla="*/ 1 h 5214"/>
              <a:gd name="mins" fmla="min sw sh"/>
              <a:gd name="dsw" fmla="+- 0 sw mins"/>
              <a:gd name="dsh" fmla="+- 0 sh mins"/>
              <a:gd name="p0x0" fmla="*/ 150 w 8475"/>
              <a:gd name="p0y0" fmla="*/ 0 h 5214"/>
              <a:gd name="p0x1" fmla="*/ 8325 w 8475"/>
              <a:gd name="p0y1" fmla="*/ 0 h 5214"/>
              <a:gd name="p0x2" fmla="*/ 8407 w 8475"/>
              <a:gd name="p0y2" fmla="*/ 0 h 5214"/>
              <a:gd name="p0x3" fmla="*/ 8475 w 8475"/>
              <a:gd name="p0y3" fmla="*/ 67 h 5214"/>
              <a:gd name="p0x4" fmla="*/ 8475 w 8475"/>
              <a:gd name="p0y4" fmla="*/ 150 h 5214"/>
              <a:gd name="p0x5" fmla="*/ 8475 w 8475"/>
              <a:gd name="p0y5" fmla="*/ 5064 h 5214"/>
              <a:gd name="p0x6" fmla="*/ 8475 w 8475"/>
              <a:gd name="p0y6" fmla="*/ 5147 h 5214"/>
              <a:gd name="p0x7" fmla="*/ 8407 w 8475"/>
              <a:gd name="p0y7" fmla="*/ 5214 h 5214"/>
              <a:gd name="p0x8" fmla="*/ 8325 w 8475"/>
              <a:gd name="p0y8" fmla="*/ 5214 h 5214"/>
              <a:gd name="p0x9" fmla="*/ 150 w 8475"/>
              <a:gd name="p0y9" fmla="*/ 5214 h 5214"/>
              <a:gd name="p0x10" fmla="*/ 67 w 8475"/>
              <a:gd name="p0y10" fmla="*/ 5214 h 5214"/>
              <a:gd name="p0x11" fmla="*/ 0 w 8475"/>
              <a:gd name="p0y11" fmla="*/ 5147 h 5214"/>
              <a:gd name="p0x12" fmla="*/ 0 w 8475"/>
              <a:gd name="p0y12" fmla="*/ 5064 h 5214"/>
              <a:gd name="p0x13" fmla="*/ 0 w 8475"/>
              <a:gd name="p0y13" fmla="*/ 150 h 5214"/>
              <a:gd name="p0x14" fmla="*/ 0 w 8475"/>
              <a:gd name="p0y14" fmla="*/ 67 h 5214"/>
              <a:gd name="p0x15" fmla="*/ 67 w 8475"/>
              <a:gd name="p0y15" fmla="*/ 0 h 5214"/>
              <a:gd name="p0x16" fmla="*/ 150 w 8475"/>
              <a:gd name="p0y16" fmla="*/ 0 h 52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97AF3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71525" y="3764918"/>
            <a:ext cx="499110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贪心选择的依据不同</a:t>
            </a:r>
            <a:endParaRPr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771525" y="4218305"/>
            <a:ext cx="4991100" cy="740410"/>
          </a:xfrm>
          <a:custGeom>
            <a:avLst/>
            <a:gdLst>
              <a:gd name="sw" fmla="*/ 1 w 7860"/>
              <a:gd name="sh" fmla="*/ 1 h 1166"/>
              <a:gd name="mins" fmla="min sw sh"/>
              <a:gd name="dsw" fmla="+- 0 sw mins"/>
              <a:gd name="dsh" fmla="+- 0 sh mins"/>
              <a:gd name="p0x0" fmla="*/ 150 w 7860"/>
              <a:gd name="p0y0" fmla="*/ 0 h 1166"/>
              <a:gd name="p0x1" fmla="*/ 7710 w 7860"/>
              <a:gd name="p0y1" fmla="*/ 0 h 1166"/>
              <a:gd name="p0x2" fmla="*/ 7792 w 7860"/>
              <a:gd name="p0y2" fmla="*/ 0 h 1166"/>
              <a:gd name="p0x3" fmla="*/ 7860 w 7860"/>
              <a:gd name="p0y3" fmla="*/ 67 h 1166"/>
              <a:gd name="p0x4" fmla="*/ 7860 w 7860"/>
              <a:gd name="p0y4" fmla="*/ 150 h 1166"/>
              <a:gd name="p0x5" fmla="*/ 7860 w 7860"/>
              <a:gd name="p0y5" fmla="*/ 1016 h 1166"/>
              <a:gd name="p0x6" fmla="*/ 7860 w 7860"/>
              <a:gd name="p0y6" fmla="*/ 1099 h 1166"/>
              <a:gd name="p0x7" fmla="*/ 7792 w 7860"/>
              <a:gd name="p0y7" fmla="*/ 1166 h 1166"/>
              <a:gd name="p0x8" fmla="*/ 7710 w 7860"/>
              <a:gd name="p0y8" fmla="*/ 1166 h 1166"/>
              <a:gd name="p0x9" fmla="*/ 150 w 7860"/>
              <a:gd name="p0y9" fmla="*/ 1166 h 1166"/>
              <a:gd name="p0x10" fmla="*/ 67 w 7860"/>
              <a:gd name="p0y10" fmla="*/ 1166 h 1166"/>
              <a:gd name="p0x11" fmla="*/ 0 w 7860"/>
              <a:gd name="p0y11" fmla="*/ 1099 h 1166"/>
              <a:gd name="p0x12" fmla="*/ 0 w 7860"/>
              <a:gd name="p0y12" fmla="*/ 1016 h 1166"/>
              <a:gd name="p0x13" fmla="*/ 0 w 7860"/>
              <a:gd name="p0y13" fmla="*/ 150 h 1166"/>
              <a:gd name="p0x14" fmla="*/ 0 w 7860"/>
              <a:gd name="p0y14" fmla="*/ 67 h 1166"/>
              <a:gd name="p0x15" fmla="*/ 67 w 7860"/>
              <a:gd name="p0y15" fmla="*/ 0 h 1166"/>
              <a:gd name="p0x16" fmla="*/ 150 w 7860"/>
              <a:gd name="p0y16" fmla="*/ 0 h 116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923925" y="44170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990600" y="4478655"/>
            <a:ext cx="209550" cy="2146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1381125" y="4318321"/>
            <a:ext cx="9828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</a:t>
            </a:r>
            <a:r>
              <a:rPr lang="zh-CN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lang="zh-CN"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381125" y="4555493"/>
            <a:ext cx="10288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sz="135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最小边权</a:t>
            </a:r>
            <a:endParaRPr sz="135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771525" y="5111115"/>
            <a:ext cx="4991100" cy="741045"/>
          </a:xfrm>
          <a:custGeom>
            <a:avLst/>
            <a:gdLst>
              <a:gd name="sw" fmla="*/ 1 w 7860"/>
              <a:gd name="sh" fmla="*/ 1 h 1166"/>
              <a:gd name="mins" fmla="min sw sh"/>
              <a:gd name="dsw" fmla="+- 0 sw mins"/>
              <a:gd name="dsh" fmla="+- 0 sh mins"/>
              <a:gd name="p0x0" fmla="*/ 150 w 7860"/>
              <a:gd name="p0y0" fmla="*/ 0 h 1166"/>
              <a:gd name="p0x1" fmla="*/ 7710 w 7860"/>
              <a:gd name="p0y1" fmla="*/ 0 h 1166"/>
              <a:gd name="p0x2" fmla="*/ 7792 w 7860"/>
              <a:gd name="p0y2" fmla="*/ 0 h 1166"/>
              <a:gd name="p0x3" fmla="*/ 7860 w 7860"/>
              <a:gd name="p0y3" fmla="*/ 67 h 1166"/>
              <a:gd name="p0x4" fmla="*/ 7860 w 7860"/>
              <a:gd name="p0y4" fmla="*/ 150 h 1166"/>
              <a:gd name="p0x5" fmla="*/ 7860 w 7860"/>
              <a:gd name="p0y5" fmla="*/ 1016 h 1166"/>
              <a:gd name="p0x6" fmla="*/ 7860 w 7860"/>
              <a:gd name="p0y6" fmla="*/ 1099 h 1166"/>
              <a:gd name="p0x7" fmla="*/ 7792 w 7860"/>
              <a:gd name="p0y7" fmla="*/ 1166 h 1166"/>
              <a:gd name="p0x8" fmla="*/ 7710 w 7860"/>
              <a:gd name="p0y8" fmla="*/ 1166 h 1166"/>
              <a:gd name="p0x9" fmla="*/ 150 w 7860"/>
              <a:gd name="p0y9" fmla="*/ 1166 h 1166"/>
              <a:gd name="p0x10" fmla="*/ 67 w 7860"/>
              <a:gd name="p0y10" fmla="*/ 1166 h 1166"/>
              <a:gd name="p0x11" fmla="*/ 0 w 7860"/>
              <a:gd name="p0y11" fmla="*/ 1099 h 1166"/>
              <a:gd name="p0x12" fmla="*/ 0 w 7860"/>
              <a:gd name="p0y12" fmla="*/ 1016 h 1166"/>
              <a:gd name="p0x13" fmla="*/ 0 w 7860"/>
              <a:gd name="p0y13" fmla="*/ 150 h 1166"/>
              <a:gd name="p0x14" fmla="*/ 0 w 7860"/>
              <a:gd name="p0y14" fmla="*/ 67 h 1166"/>
              <a:gd name="p0x15" fmla="*/ 67 w 7860"/>
              <a:gd name="p0y15" fmla="*/ 0 h 1166"/>
              <a:gd name="p0x16" fmla="*/ 150 w 7860"/>
              <a:gd name="p0y16" fmla="*/ 0 h 116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923925" y="53105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990600" y="5372100"/>
            <a:ext cx="209550" cy="2146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1381125" y="5211737"/>
            <a:ext cx="154320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Dijkstra</a:t>
            </a:r>
            <a:r>
              <a:rPr lang="zh-CN" sz="150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endParaRPr lang="zh-CN" sz="150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1381125" y="5448910"/>
            <a:ext cx="17146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选</a:t>
            </a:r>
            <a:r>
              <a:rPr sz="1350" b="1">
                <a:solidFill>
                  <a:srgbClr val="0F2F7A"/>
                </a:solidFill>
                <a:latin typeface="微软雅黑" panose="020B0503020204020204" charset="-122"/>
                <a:ea typeface="微软雅黑" panose="020B0503020204020204" charset="-122"/>
              </a:rPr>
              <a:t>最小路径累计距离</a:t>
            </a:r>
            <a:endParaRPr sz="1350" b="1">
              <a:solidFill>
                <a:srgbClr val="0F2F7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6233795" y="1109345"/>
            <a:ext cx="5381625" cy="1654175"/>
          </a:xfrm>
          <a:custGeom>
            <a:avLst/>
            <a:gdLst>
              <a:gd name="sw" fmla="*/ 1 w 8475"/>
              <a:gd name="sh" fmla="*/ 1 h 2604"/>
              <a:gd name="mins" fmla="min sw sh"/>
              <a:gd name="dsw" fmla="+- 0 sw mins"/>
              <a:gd name="dsh" fmla="+- 0 sh mins"/>
              <a:gd name="p0x0" fmla="*/ 150 w 8475"/>
              <a:gd name="p0y0" fmla="*/ 0 h 2604"/>
              <a:gd name="p0x1" fmla="*/ 8325 w 8475"/>
              <a:gd name="p0y1" fmla="*/ 0 h 2604"/>
              <a:gd name="p0x2" fmla="*/ 8407 w 8475"/>
              <a:gd name="p0y2" fmla="*/ 0 h 2604"/>
              <a:gd name="p0x3" fmla="*/ 8475 w 8475"/>
              <a:gd name="p0y3" fmla="*/ 67 h 2604"/>
              <a:gd name="p0x4" fmla="*/ 8475 w 8475"/>
              <a:gd name="p0y4" fmla="*/ 150 h 2604"/>
              <a:gd name="p0x5" fmla="*/ 8475 w 8475"/>
              <a:gd name="p0y5" fmla="*/ 2454 h 2604"/>
              <a:gd name="p0x6" fmla="*/ 8475 w 8475"/>
              <a:gd name="p0y6" fmla="*/ 2537 h 2604"/>
              <a:gd name="p0x7" fmla="*/ 8407 w 8475"/>
              <a:gd name="p0y7" fmla="*/ 2604 h 2604"/>
              <a:gd name="p0x8" fmla="*/ 8325 w 8475"/>
              <a:gd name="p0y8" fmla="*/ 2604 h 2604"/>
              <a:gd name="p0x9" fmla="*/ 150 w 8475"/>
              <a:gd name="p0y9" fmla="*/ 2604 h 2604"/>
              <a:gd name="p0x10" fmla="*/ 67 w 8475"/>
              <a:gd name="p0y10" fmla="*/ 2604 h 2604"/>
              <a:gd name="p0x11" fmla="*/ 0 w 8475"/>
              <a:gd name="p0y11" fmla="*/ 2537 h 2604"/>
              <a:gd name="p0x12" fmla="*/ 0 w 8475"/>
              <a:gd name="p0y12" fmla="*/ 2454 h 2604"/>
              <a:gd name="p0x13" fmla="*/ 0 w 8475"/>
              <a:gd name="p0y13" fmla="*/ 150 h 2604"/>
              <a:gd name="p0x14" fmla="*/ 0 w 8475"/>
              <a:gd name="p0y14" fmla="*/ 67 h 2604"/>
              <a:gd name="p0x15" fmla="*/ 67 w 8475"/>
              <a:gd name="p0y15" fmla="*/ 0 h 2604"/>
              <a:gd name="p0x16" fmla="*/ 150 w 847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6429375" y="17265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1404" t="-897" r="-1404" b="-897"/>
          <a:stretch>
            <a:fillRect/>
          </a:stretch>
        </p:blipFill>
        <p:spPr>
          <a:xfrm>
            <a:off x="6545580" y="1807845"/>
            <a:ext cx="186055" cy="25209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6962775" y="1753819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贪心算法设计范式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6233795" y="2963545"/>
            <a:ext cx="5381625" cy="1654175"/>
          </a:xfrm>
          <a:custGeom>
            <a:avLst/>
            <a:gdLst>
              <a:gd name="sw" fmla="*/ 1 w 8475"/>
              <a:gd name="sh" fmla="*/ 1 h 2604"/>
              <a:gd name="mins" fmla="min sw sh"/>
              <a:gd name="dsw" fmla="+- 0 sw mins"/>
              <a:gd name="dsh" fmla="+- 0 sh mins"/>
              <a:gd name="p0x0" fmla="*/ 150 w 8475"/>
              <a:gd name="p0y0" fmla="*/ 0 h 2604"/>
              <a:gd name="p0x1" fmla="*/ 8325 w 8475"/>
              <a:gd name="p0y1" fmla="*/ 0 h 2604"/>
              <a:gd name="p0x2" fmla="*/ 8407 w 8475"/>
              <a:gd name="p0y2" fmla="*/ 0 h 2604"/>
              <a:gd name="p0x3" fmla="*/ 8475 w 8475"/>
              <a:gd name="p0y3" fmla="*/ 67 h 2604"/>
              <a:gd name="p0x4" fmla="*/ 8475 w 8475"/>
              <a:gd name="p0y4" fmla="*/ 150 h 2604"/>
              <a:gd name="p0x5" fmla="*/ 8475 w 8475"/>
              <a:gd name="p0y5" fmla="*/ 2454 h 2604"/>
              <a:gd name="p0x6" fmla="*/ 8475 w 8475"/>
              <a:gd name="p0y6" fmla="*/ 2537 h 2604"/>
              <a:gd name="p0x7" fmla="*/ 8407 w 8475"/>
              <a:gd name="p0y7" fmla="*/ 2604 h 2604"/>
              <a:gd name="p0x8" fmla="*/ 8325 w 8475"/>
              <a:gd name="p0y8" fmla="*/ 2604 h 2604"/>
              <a:gd name="p0x9" fmla="*/ 150 w 8475"/>
              <a:gd name="p0y9" fmla="*/ 2604 h 2604"/>
              <a:gd name="p0x10" fmla="*/ 67 w 8475"/>
              <a:gd name="p0y10" fmla="*/ 2604 h 2604"/>
              <a:gd name="p0x11" fmla="*/ 0 w 8475"/>
              <a:gd name="p0y11" fmla="*/ 2537 h 2604"/>
              <a:gd name="p0x12" fmla="*/ 0 w 8475"/>
              <a:gd name="p0y12" fmla="*/ 2454 h 2604"/>
              <a:gd name="p0x13" fmla="*/ 0 w 8475"/>
              <a:gd name="p0y13" fmla="*/ 150 h 2604"/>
              <a:gd name="p0x14" fmla="*/ 0 w 8475"/>
              <a:gd name="p0y14" fmla="*/ 67 h 2604"/>
              <a:gd name="p0x15" fmla="*/ 67 w 8475"/>
              <a:gd name="p0y15" fmla="*/ 0 h 2604"/>
              <a:gd name="p0x16" fmla="*/ 150 w 847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6429375" y="35001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4167" t="-3067" r="-4167" b="-3067"/>
          <a:stretch>
            <a:fillRect/>
          </a:stretch>
        </p:blipFill>
        <p:spPr>
          <a:xfrm>
            <a:off x="6515100" y="3580765"/>
            <a:ext cx="247650" cy="2527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7000875" y="3486074"/>
            <a:ext cx="3619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加深理解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7000875" y="3762299"/>
            <a:ext cx="3810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这种对比</a:t>
            </a: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加深了对贪心算法设计范式的理解</a:t>
            </a:r>
            <a:endParaRPr sz="1500" b="1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6233795" y="4817745"/>
            <a:ext cx="5381625" cy="1654175"/>
          </a:xfrm>
          <a:custGeom>
            <a:avLst/>
            <a:gdLst>
              <a:gd name="sw" fmla="*/ 1 w 8475"/>
              <a:gd name="sh" fmla="*/ 1 h 2604"/>
              <a:gd name="mins" fmla="min sw sh"/>
              <a:gd name="dsw" fmla="+- 0 sw mins"/>
              <a:gd name="dsh" fmla="+- 0 sh mins"/>
              <a:gd name="p0x0" fmla="*/ 150 w 8475"/>
              <a:gd name="p0y0" fmla="*/ 0 h 2604"/>
              <a:gd name="p0x1" fmla="*/ 8325 w 8475"/>
              <a:gd name="p0y1" fmla="*/ 0 h 2604"/>
              <a:gd name="p0x2" fmla="*/ 8407 w 8475"/>
              <a:gd name="p0y2" fmla="*/ 0 h 2604"/>
              <a:gd name="p0x3" fmla="*/ 8475 w 8475"/>
              <a:gd name="p0y3" fmla="*/ 67 h 2604"/>
              <a:gd name="p0x4" fmla="*/ 8475 w 8475"/>
              <a:gd name="p0y4" fmla="*/ 150 h 2604"/>
              <a:gd name="p0x5" fmla="*/ 8475 w 8475"/>
              <a:gd name="p0y5" fmla="*/ 2454 h 2604"/>
              <a:gd name="p0x6" fmla="*/ 8475 w 8475"/>
              <a:gd name="p0y6" fmla="*/ 2537 h 2604"/>
              <a:gd name="p0x7" fmla="*/ 8407 w 8475"/>
              <a:gd name="p0y7" fmla="*/ 2604 h 2604"/>
              <a:gd name="p0x8" fmla="*/ 8325 w 8475"/>
              <a:gd name="p0y8" fmla="*/ 2604 h 2604"/>
              <a:gd name="p0x9" fmla="*/ 150 w 8475"/>
              <a:gd name="p0y9" fmla="*/ 2604 h 2604"/>
              <a:gd name="p0x10" fmla="*/ 67 w 8475"/>
              <a:gd name="p0y10" fmla="*/ 2604 h 2604"/>
              <a:gd name="p0x11" fmla="*/ 0 w 8475"/>
              <a:gd name="p0y11" fmla="*/ 2537 h 2604"/>
              <a:gd name="p0x12" fmla="*/ 0 w 8475"/>
              <a:gd name="p0y12" fmla="*/ 2454 h 2604"/>
              <a:gd name="p0x13" fmla="*/ 0 w 8475"/>
              <a:gd name="p0y13" fmla="*/ 150 h 2604"/>
              <a:gd name="p0x14" fmla="*/ 0 w 8475"/>
              <a:gd name="p0y14" fmla="*/ 67 h 2604"/>
              <a:gd name="p0x15" fmla="*/ 67 w 8475"/>
              <a:gd name="p0y15" fmla="*/ 0 h 2604"/>
              <a:gd name="p0x16" fmla="*/ 150 w 8475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6429375" y="53543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515100" y="5434965"/>
            <a:ext cx="247650" cy="2527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7000875" y="5340248"/>
            <a:ext cx="3048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7000875" y="5616473"/>
            <a:ext cx="3238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同一框架下</a:t>
            </a:r>
            <a:r>
              <a:rPr sz="1500" b="1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不同贪心策略的应用场景</a:t>
            </a:r>
            <a:endParaRPr sz="1500" b="1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工程实践层面收获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150 w 9324"/>
              <a:gd name="p0y0" fmla="*/ 0 h 8445"/>
              <a:gd name="p0x1" fmla="*/ 9174 w 9324"/>
              <a:gd name="p0y1" fmla="*/ 0 h 8445"/>
              <a:gd name="p0x2" fmla="*/ 9256 w 9324"/>
              <a:gd name="p0y2" fmla="*/ 0 h 8445"/>
              <a:gd name="p0x3" fmla="*/ 9324 w 9324"/>
              <a:gd name="p0y3" fmla="*/ 67 h 8445"/>
              <a:gd name="p0x4" fmla="*/ 9324 w 9324"/>
              <a:gd name="p0y4" fmla="*/ 150 h 8445"/>
              <a:gd name="p0x5" fmla="*/ 9324 w 9324"/>
              <a:gd name="p0y5" fmla="*/ 8295 h 8445"/>
              <a:gd name="p0x6" fmla="*/ 9324 w 9324"/>
              <a:gd name="p0y6" fmla="*/ 8377 h 8445"/>
              <a:gd name="p0x7" fmla="*/ 9256 w 9324"/>
              <a:gd name="p0y7" fmla="*/ 8445 h 8445"/>
              <a:gd name="p0x8" fmla="*/ 9174 w 9324"/>
              <a:gd name="p0y8" fmla="*/ 8445 h 8445"/>
              <a:gd name="p0x9" fmla="*/ 150 w 9324"/>
              <a:gd name="p0y9" fmla="*/ 8445 h 8445"/>
              <a:gd name="p0x10" fmla="*/ 67 w 9324"/>
              <a:gd name="p0y10" fmla="*/ 8445 h 8445"/>
              <a:gd name="p0x11" fmla="*/ 0 w 9324"/>
              <a:gd name="p0y11" fmla="*/ 8377 h 8445"/>
              <a:gd name="p0x12" fmla="*/ 0 w 9324"/>
              <a:gd name="p0y12" fmla="*/ 8295 h 8445"/>
              <a:gd name="p0x13" fmla="*/ 0 w 9324"/>
              <a:gd name="p0y13" fmla="*/ 150 h 8445"/>
              <a:gd name="p0x14" fmla="*/ 0 w 9324"/>
              <a:gd name="p0y14" fmla="*/ 67 h 8445"/>
              <a:gd name="p0x15" fmla="*/ 67 w 9324"/>
              <a:gd name="p0y15" fmla="*/ 0 h 8445"/>
              <a:gd name="p0x16" fmla="*/ 15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71525" y="2324176"/>
            <a:ext cx="5530234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前端可视化能力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771525" y="2828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823595" y="2890520"/>
            <a:ext cx="238125" cy="21463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228725" y="2814714"/>
            <a:ext cx="507303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可视化呈现</a:t>
            </a:r>
            <a:endParaRPr lang="zh-CN"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228725" y="3089986"/>
            <a:ext cx="50730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网页版开发，将抽象的算法计算结果通过</a:t>
            </a:r>
            <a:r>
              <a:rPr lang="en-US" alt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Canvas</a:t>
            </a:r>
            <a:r>
              <a:rPr lang="zh-CN" alt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可视化呈现给用户</a:t>
            </a:r>
            <a:endParaRPr lang="zh-CN" altLang="en-US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37680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3829685"/>
            <a:ext cx="209550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228725" y="3753822"/>
            <a:ext cx="507303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布局与视觉设计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228725" y="4029094"/>
            <a:ext cx="507303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节点位置的手动布局设计、边的颜色高亮策略等细节打磨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771525" y="44323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50 w 540"/>
              <a:gd name="p0y0" fmla="*/ 0 h 540"/>
              <a:gd name="p0x1" fmla="*/ 390 w 540"/>
              <a:gd name="p0y1" fmla="*/ 0 h 540"/>
              <a:gd name="p0x2" fmla="*/ 472 w 540"/>
              <a:gd name="p0y2" fmla="*/ 0 h 540"/>
              <a:gd name="p0x3" fmla="*/ 540 w 540"/>
              <a:gd name="p0y3" fmla="*/ 67 h 540"/>
              <a:gd name="p0x4" fmla="*/ 540 w 540"/>
              <a:gd name="p0y4" fmla="*/ 150 h 540"/>
              <a:gd name="p0x5" fmla="*/ 540 w 540"/>
              <a:gd name="p0y5" fmla="*/ 390 h 540"/>
              <a:gd name="p0x6" fmla="*/ 540 w 540"/>
              <a:gd name="p0y6" fmla="*/ 472 h 540"/>
              <a:gd name="p0x7" fmla="*/ 472 w 540"/>
              <a:gd name="p0y7" fmla="*/ 540 h 540"/>
              <a:gd name="p0x8" fmla="*/ 390 w 540"/>
              <a:gd name="p0y8" fmla="*/ 540 h 540"/>
              <a:gd name="p0x9" fmla="*/ 150 w 540"/>
              <a:gd name="p0y9" fmla="*/ 540 h 540"/>
              <a:gd name="p0x10" fmla="*/ 67 w 540"/>
              <a:gd name="p0y10" fmla="*/ 540 h 540"/>
              <a:gd name="p0x11" fmla="*/ 0 w 540"/>
              <a:gd name="p0y11" fmla="*/ 472 h 540"/>
              <a:gd name="p0x12" fmla="*/ 0 w 540"/>
              <a:gd name="p0y12" fmla="*/ 390 h 540"/>
              <a:gd name="p0x13" fmla="*/ 0 w 540"/>
              <a:gd name="p0y13" fmla="*/ 150 h 540"/>
              <a:gd name="p0x14" fmla="*/ 0 w 540"/>
              <a:gd name="p0y14" fmla="*/ 67 h 540"/>
              <a:gd name="p0x15" fmla="*/ 67 w 540"/>
              <a:gd name="p0y15" fmla="*/ 0 h 540"/>
              <a:gd name="p0x16" fmla="*/ 15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4494530"/>
            <a:ext cx="209550" cy="2139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1228725" y="4418638"/>
            <a:ext cx="507303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交互时机把控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228725" y="4693910"/>
            <a:ext cx="50730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事件监听的绑定时机等细节，虽不涉及数据结构理论，但直接影响用户体验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6772910" y="1109345"/>
            <a:ext cx="4842510" cy="5362575"/>
          </a:xfrm>
          <a:custGeom>
            <a:avLst/>
            <a:gdLst>
              <a:gd name="sw" fmla="*/ 1 w 7625"/>
              <a:gd name="sh" fmla="*/ 1 h 8445"/>
              <a:gd name="mins" fmla="min sw sh"/>
              <a:gd name="dsw" fmla="+- 0 sw mins"/>
              <a:gd name="dsh" fmla="+- 0 sh mins"/>
              <a:gd name="p0x0" fmla="*/ 150 w 7625"/>
              <a:gd name="p0y0" fmla="*/ 0 h 8445"/>
              <a:gd name="p0x1" fmla="*/ 7475 w 7625"/>
              <a:gd name="p0y1" fmla="*/ 0 h 8445"/>
              <a:gd name="p0x2" fmla="*/ 7558 w 7625"/>
              <a:gd name="p0y2" fmla="*/ 0 h 8445"/>
              <a:gd name="p0x3" fmla="*/ 7625 w 7625"/>
              <a:gd name="p0y3" fmla="*/ 67 h 8445"/>
              <a:gd name="p0x4" fmla="*/ 7625 w 7625"/>
              <a:gd name="p0y4" fmla="*/ 150 h 8445"/>
              <a:gd name="p0x5" fmla="*/ 7625 w 7625"/>
              <a:gd name="p0y5" fmla="*/ 8295 h 8445"/>
              <a:gd name="p0x6" fmla="*/ 7625 w 7625"/>
              <a:gd name="p0y6" fmla="*/ 8377 h 8445"/>
              <a:gd name="p0x7" fmla="*/ 7558 w 7625"/>
              <a:gd name="p0y7" fmla="*/ 8445 h 8445"/>
              <a:gd name="p0x8" fmla="*/ 7475 w 7625"/>
              <a:gd name="p0y8" fmla="*/ 8445 h 8445"/>
              <a:gd name="p0x9" fmla="*/ 150 w 7625"/>
              <a:gd name="p0y9" fmla="*/ 8445 h 8445"/>
              <a:gd name="p0x10" fmla="*/ 67 w 7625"/>
              <a:gd name="p0y10" fmla="*/ 8445 h 8445"/>
              <a:gd name="p0x11" fmla="*/ 0 w 7625"/>
              <a:gd name="p0y11" fmla="*/ 8377 h 8445"/>
              <a:gd name="p0x12" fmla="*/ 0 w 7625"/>
              <a:gd name="p0y12" fmla="*/ 8295 h 8445"/>
              <a:gd name="p0x13" fmla="*/ 0 w 7625"/>
              <a:gd name="p0y13" fmla="*/ 150 h 8445"/>
              <a:gd name="p0x14" fmla="*/ 0 w 7625"/>
              <a:gd name="p0y14" fmla="*/ 67 h 8445"/>
              <a:gd name="p0x15" fmla="*/ 67 w 7625"/>
              <a:gd name="p0y15" fmla="*/ 0 h 8445"/>
              <a:gd name="p0x16" fmla="*/ 150 w 762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6F9FF"/>
          </a:solidFill>
          <a:ln w="9525" cmpd="sng">
            <a:solidFill>
              <a:srgbClr val="CDE0F8"/>
            </a:solidFill>
            <a:prstDash val="solid"/>
          </a:ln>
          <a:effectLst>
            <a:outerShdw blurRad="114300" algn="ctr" rotWithShape="0">
              <a:srgbClr val="041D4B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6968509" y="1304925"/>
            <a:ext cx="445196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版本控制习惯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6968490" y="31419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738" t="-38222" r="-2738" b="-38222"/>
          <a:stretch>
            <a:fillRect/>
          </a:stretch>
        </p:blipFill>
        <p:spPr>
          <a:xfrm>
            <a:off x="7037070" y="3223260"/>
            <a:ext cx="281305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7501909" y="3128067"/>
            <a:ext cx="39185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逐步提交习惯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501909" y="3403340"/>
            <a:ext cx="39185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</a:t>
            </a:r>
            <a:r>
              <a:rPr lang="zh-CN"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的逐步提交习惯让开发过程有条不紊，每个阶段都有清晰的进度节点</a:t>
            </a:r>
            <a:endParaRPr lang="zh-CN"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6968490" y="41192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7054215" y="4200525"/>
            <a:ext cx="247650" cy="25209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7501909" y="4105275"/>
            <a:ext cx="391856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版本记录价值</a:t>
            </a:r>
            <a:endParaRPr sz="15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7501909" y="4380547"/>
            <a:ext cx="39185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每个功能都有独立的版本记录，方便回退和检查，保障开发可追溯性</a:t>
            </a:r>
            <a:endParaRPr sz="135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综合能力提升</a:t>
            </a:r>
            <a:endParaRPr sz="30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1906270" y="30714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2020570" y="3166745"/>
            <a:ext cx="266700" cy="30480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1487757" y="37033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知识巩固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11507" y="4191000"/>
            <a:ext cx="2286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巩固了图论相关算法知识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3984625" y="1104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50 w 660"/>
              <a:gd name="p0y0" fmla="*/ 0 h 660"/>
              <a:gd name="p0x1" fmla="*/ 510 w 660"/>
              <a:gd name="p0y1" fmla="*/ 0 h 660"/>
              <a:gd name="p0x2" fmla="*/ 592 w 660"/>
              <a:gd name="p0y2" fmla="*/ 0 h 660"/>
              <a:gd name="p0x3" fmla="*/ 660 w 660"/>
              <a:gd name="p0y3" fmla="*/ 67 h 660"/>
              <a:gd name="p0x4" fmla="*/ 660 w 660"/>
              <a:gd name="p0y4" fmla="*/ 150 h 660"/>
              <a:gd name="p0x5" fmla="*/ 660 w 660"/>
              <a:gd name="p0y5" fmla="*/ 510 h 660"/>
              <a:gd name="p0x6" fmla="*/ 660 w 660"/>
              <a:gd name="p0y6" fmla="*/ 592 h 660"/>
              <a:gd name="p0x7" fmla="*/ 592 w 660"/>
              <a:gd name="p0y7" fmla="*/ 660 h 660"/>
              <a:gd name="p0x8" fmla="*/ 510 w 660"/>
              <a:gd name="p0y8" fmla="*/ 660 h 660"/>
              <a:gd name="p0x9" fmla="*/ 150 w 660"/>
              <a:gd name="p0y9" fmla="*/ 660 h 660"/>
              <a:gd name="p0x10" fmla="*/ 67 w 660"/>
              <a:gd name="p0y10" fmla="*/ 660 h 660"/>
              <a:gd name="p0x11" fmla="*/ 0 w 660"/>
              <a:gd name="p0y11" fmla="*/ 592 h 660"/>
              <a:gd name="p0x12" fmla="*/ 0 w 660"/>
              <a:gd name="p0y12" fmla="*/ 510 h 660"/>
              <a:gd name="p0x13" fmla="*/ 0 w 660"/>
              <a:gd name="p0y13" fmla="*/ 150 h 660"/>
              <a:gd name="p0x14" fmla="*/ 0 w 660"/>
              <a:gd name="p0y14" fmla="*/ 67 h 660"/>
              <a:gd name="p0x15" fmla="*/ 67 w 660"/>
              <a:gd name="p0y15" fmla="*/ 0 h 660"/>
              <a:gd name="p0x16" fmla="*/ 15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4053840" y="1185545"/>
            <a:ext cx="281305" cy="2527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4518641" y="1131570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实践能力提升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3984625" y="3371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16667" b="-16667"/>
          <a:stretch>
            <a:fillRect/>
          </a:stretch>
        </p:blipFill>
        <p:spPr>
          <a:xfrm>
            <a:off x="4041775" y="3429000"/>
            <a:ext cx="15240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4366241" y="3378994"/>
            <a:ext cx="147108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r>
              <a:rPr lang="zh-CN"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语言指针操作</a:t>
            </a:r>
            <a:endParaRPr lang="zh-CN"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3984625" y="3752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t="-7143" b="-7143"/>
          <a:stretch>
            <a:fillRect/>
          </a:stretch>
        </p:blipFill>
        <p:spPr>
          <a:xfrm>
            <a:off x="4051300" y="3810000"/>
            <a:ext cx="133350" cy="1524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4366241" y="375999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内存管理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3"/>
            </p:custDataLst>
          </p:nvPr>
        </p:nvSpPr>
        <p:spPr>
          <a:xfrm>
            <a:off x="3984625" y="4133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t="-7143" b="-7143"/>
          <a:stretch>
            <a:fillRect/>
          </a:stretch>
        </p:blipFill>
        <p:spPr>
          <a:xfrm>
            <a:off x="4022725" y="4191000"/>
            <a:ext cx="1905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7"/>
            </p:custDataLst>
          </p:nvPr>
        </p:nvSpPr>
        <p:spPr>
          <a:xfrm>
            <a:off x="4366241" y="4140994"/>
            <a:ext cx="190961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JavaScript</a:t>
            </a:r>
            <a:r>
              <a:rPr lang="zh-CN"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前端开发</a:t>
            </a:r>
            <a:endParaRPr lang="zh-CN"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8"/>
            </p:custDataLst>
          </p:nvPr>
        </p:nvSpPr>
        <p:spPr>
          <a:xfrm>
            <a:off x="3984625" y="4514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50 w 420"/>
              <a:gd name="p0y0" fmla="*/ 0 h 420"/>
              <a:gd name="p0x1" fmla="*/ 270 w 420"/>
              <a:gd name="p0y1" fmla="*/ 0 h 420"/>
              <a:gd name="p0x2" fmla="*/ 352 w 420"/>
              <a:gd name="p0y2" fmla="*/ 0 h 420"/>
              <a:gd name="p0x3" fmla="*/ 420 w 420"/>
              <a:gd name="p0y3" fmla="*/ 67 h 420"/>
              <a:gd name="p0x4" fmla="*/ 420 w 420"/>
              <a:gd name="p0y4" fmla="*/ 150 h 420"/>
              <a:gd name="p0x5" fmla="*/ 420 w 420"/>
              <a:gd name="p0y5" fmla="*/ 270 h 420"/>
              <a:gd name="p0x6" fmla="*/ 420 w 420"/>
              <a:gd name="p0y6" fmla="*/ 352 h 420"/>
              <a:gd name="p0x7" fmla="*/ 352 w 420"/>
              <a:gd name="p0y7" fmla="*/ 420 h 420"/>
              <a:gd name="p0x8" fmla="*/ 270 w 420"/>
              <a:gd name="p0y8" fmla="*/ 420 h 420"/>
              <a:gd name="p0x9" fmla="*/ 150 w 420"/>
              <a:gd name="p0y9" fmla="*/ 420 h 420"/>
              <a:gd name="p0x10" fmla="*/ 67 w 420"/>
              <a:gd name="p0y10" fmla="*/ 420 h 420"/>
              <a:gd name="p0x11" fmla="*/ 0 w 420"/>
              <a:gd name="p0y11" fmla="*/ 352 h 420"/>
              <a:gd name="p0x12" fmla="*/ 0 w 420"/>
              <a:gd name="p0y12" fmla="*/ 270 h 420"/>
              <a:gd name="p0x13" fmla="*/ 0 w 420"/>
              <a:gd name="p0y13" fmla="*/ 150 h 420"/>
              <a:gd name="p0x14" fmla="*/ 0 w 420"/>
              <a:gd name="p0y14" fmla="*/ 67 h 420"/>
              <a:gd name="p0x15" fmla="*/ 67 w 420"/>
              <a:gd name="p0y15" fmla="*/ 0 h 420"/>
              <a:gd name="p0x16" fmla="*/ 15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4051300" y="4572000"/>
            <a:ext cx="133350" cy="1524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2"/>
            </p:custDataLst>
          </p:nvPr>
        </p:nvSpPr>
        <p:spPr>
          <a:xfrm>
            <a:off x="4366241" y="452199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版本控制</a:t>
            </a:r>
            <a:endParaRPr sz="1500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3"/>
            </p:custDataLst>
          </p:nvPr>
        </p:nvSpPr>
        <p:spPr>
          <a:xfrm>
            <a:off x="9525635" y="291909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50 w 780"/>
              <a:gd name="p0y0" fmla="*/ 0 h 780"/>
              <a:gd name="p0x1" fmla="*/ 630 w 780"/>
              <a:gd name="p0y1" fmla="*/ 0 h 780"/>
              <a:gd name="p0x2" fmla="*/ 712 w 780"/>
              <a:gd name="p0y2" fmla="*/ 0 h 780"/>
              <a:gd name="p0x3" fmla="*/ 780 w 780"/>
              <a:gd name="p0y3" fmla="*/ 67 h 780"/>
              <a:gd name="p0x4" fmla="*/ 780 w 780"/>
              <a:gd name="p0y4" fmla="*/ 150 h 780"/>
              <a:gd name="p0x5" fmla="*/ 780 w 780"/>
              <a:gd name="p0y5" fmla="*/ 630 h 780"/>
              <a:gd name="p0x6" fmla="*/ 780 w 780"/>
              <a:gd name="p0y6" fmla="*/ 712 h 780"/>
              <a:gd name="p0x7" fmla="*/ 712 w 780"/>
              <a:gd name="p0y7" fmla="*/ 780 h 780"/>
              <a:gd name="p0x8" fmla="*/ 630 w 780"/>
              <a:gd name="p0y8" fmla="*/ 780 h 780"/>
              <a:gd name="p0x9" fmla="*/ 150 w 780"/>
              <a:gd name="p0y9" fmla="*/ 780 h 780"/>
              <a:gd name="p0x10" fmla="*/ 67 w 780"/>
              <a:gd name="p0y10" fmla="*/ 780 h 780"/>
              <a:gd name="p0x11" fmla="*/ 0 w 780"/>
              <a:gd name="p0y11" fmla="*/ 712 h 780"/>
              <a:gd name="p0x12" fmla="*/ 0 w 780"/>
              <a:gd name="p0y12" fmla="*/ 630 h 780"/>
              <a:gd name="p0x13" fmla="*/ 0 w 780"/>
              <a:gd name="p0y13" fmla="*/ 150 h 780"/>
              <a:gd name="p0x14" fmla="*/ 0 w 780"/>
              <a:gd name="p0y14" fmla="*/ 67 h 780"/>
              <a:gd name="p0x15" fmla="*/ 67 w 780"/>
              <a:gd name="p0y15" fmla="*/ 0 h 780"/>
              <a:gd name="p0x16" fmla="*/ 15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EA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9620885" y="3014345"/>
            <a:ext cx="304800" cy="3048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7"/>
            </p:custDataLst>
          </p:nvPr>
        </p:nvSpPr>
        <p:spPr>
          <a:xfrm>
            <a:off x="9106786" y="35509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41D4B"/>
                </a:solidFill>
                <a:latin typeface="微软雅黑" panose="020B0503020204020204" charset="-122"/>
                <a:ea typeface="微软雅黑" panose="020B0503020204020204" charset="-122"/>
              </a:rPr>
              <a:t>未来影响</a:t>
            </a:r>
            <a:endParaRPr sz="2100" b="1">
              <a:solidFill>
                <a:srgbClr val="041D4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7963786" y="4038600"/>
            <a:ext cx="36195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A5478"/>
                </a:solidFill>
                <a:latin typeface="微软雅黑" panose="020B0503020204020204" charset="-122"/>
                <a:ea typeface="微软雅黑" panose="020B0503020204020204" charset="-122"/>
              </a:rPr>
              <a:t>这些经验的积累将对后续的专业学习和项目开发产生积极影响</a:t>
            </a:r>
            <a:endParaRPr sz="1500">
              <a:solidFill>
                <a:srgbClr val="3A547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7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766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2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3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4"/>
  <p:tag name="KSO_WM_UNIT_ID" val="_2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80766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1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5"/>
  <p:tag name="KSO_WM_UNIT_FILL_TYPE" val="1"/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14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5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0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1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2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3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7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2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5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3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2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3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6.xml><?xml version="1.0" encoding="utf-8"?>
<p:tagLst xmlns:p="http://schemas.openxmlformats.org/presentationml/2006/main">
  <p:tag name="KSO_WM_UNIT_LINE_GRADIENT_Direction" val="6"/>
  <p:tag name="LayoutZOrder" val="18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4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9a93679a5cb3095b241c9c7f7665c27d481972a"/>
  <p:tag name="KSO_WM_NEWLAYOUT_ID" val="7344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10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5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2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6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6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3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cea36f74bd03d52d98cb06ef29925b27b04152c"/>
  <p:tag name="KSO_WM_NEWLAYOUT_ID" val="7356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0766"/>
  <p:tag name="KSO_WM_TEMPLATE_CATEGORY" val="custom"/>
</p:tagLst>
</file>

<file path=ppt/tags/tag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fd3165de83854dd198743f59463e74178002ce21"/>
  <p:tag name="KSO_WM_NEWLAYOUT_ID" val="1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6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7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766"/>
</p:tagLst>
</file>

<file path=ppt/tags/tag8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FILL_FORE_SCHEMECOLOR_INDEX_BRIGHTNESS" val="0"/>
  <p:tag name="KSO_WM_UNIT_FILL_FORE_SCHEMECOLOR_INDEX" val="6"/>
  <p:tag name="KSO_WM_UNIT_FILL_TYPE" val="1"/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8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6"/>
  <p:tag name="KSO_WM_TEMPLATE_CATEGORY" val="custom"/>
  <p:tag name="KSO_WM_TEMPLATE_MASTER_TYPE" val="0"/>
  <p:tag name="KSO_WM_TAG_VERSION" val="3.0"/>
</p:tagLst>
</file>

<file path=ppt/tags/tag90.xml><?xml version="1.0" encoding="utf-8"?>
<p:tagLst xmlns:p="http://schemas.openxmlformats.org/presentationml/2006/main">
  <p:tag name="KSO_WM_AITEMPLATE_STYLE_ID" val="69796636443"/>
</p:tagLst>
</file>

<file path=ppt/tags/tag9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9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9a93679a5cb3095b241c9c7f7665c27d481972a"/>
  <p:tag name="KSO_WM_NEWLAYOUT_ID" val="7344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9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80766"/>
  <p:tag name="KSO_WM_TEMPLATE_CATEGORY" val="custom"/>
  <p:tag name="KSO_WM_SLIDE_INDEX" val="1"/>
  <p:tag name="KSO_WM_SLIDE_ID" val="custom40480766_1"/>
  <p:tag name="KSO_WM_TEMPLATE_MASTER_TYPE" val="0"/>
  <p:tag name="KSO_WM_SLIDE_LAYOUT" val="a_f"/>
  <p:tag name="KSO_WM_SLIDE_LAYOUT_CNT" val="1_2"/>
  <p:tag name="KSO_WM_TAG_VERSION" val="3.0"/>
</p:tagLst>
</file>

<file path=ppt/tags/tag9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11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1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21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21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22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31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31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32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4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44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44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9216643b04e0316c02b157a8cf63539a1eec4ec6"/>
  <p:tag name="KSO_WM_NEWLAYOUT_ID" val="7350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8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58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80766"/>
  <p:tag name="KSO_WM_TEMPLATE_CATEGORY" val="custom"/>
  <p:tag name="KSO_WM_SLIDE_INDEX" val="3"/>
  <p:tag name="KSO_WM_SLIDE_ID" val="custom40480766_7"/>
  <p:tag name="KSO_WM_TEMPLATE_MASTER_TYPE" val="0"/>
  <p:tag name="KSO_WM_SLIDE_LAYOUT" val="a_e"/>
  <p:tag name="KSO_WM_SLIDE_LAYOUT_CNT" val="1_1"/>
  <p:tag name="KSO_WM_TAG_VERSION" val="3.0"/>
</p:tagLst>
</file>

<file path=ppt/tags/tag5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9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cea36f74bd03d52d98cb06ef29925b27b04152c"/>
  <p:tag name="KSO_WM_NEWLAYOUT_ID" val="7356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66"/>
  <p:tag name="KSO_WM_TEMPLATE_CATEGORY" val="custom"/>
</p:tagLst>
</file>

<file path=ppt/tags/tag69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80766"/>
  <p:tag name="KSO_WM_TEMPLATE_CATEGORY" val="custom"/>
  <p:tag name="KSO_WM_SLIDE_INDEX" val="5"/>
  <p:tag name="KSO_WM_SLIDE_ID" val="custom40480766_9"/>
  <p:tag name="KSO_WM_TEMPLATE_MASTER_TYPE" val="0"/>
  <p:tag name="KSO_WM_SLIDE_LAYOUT" val="a_b"/>
  <p:tag name="KSO_WM_SLIDE_LAYOUT_CNT" val="1_1"/>
  <p:tag name="KSO_WM_TAG_VERSION" val="3.0"/>
</p:tagLst>
</file>

<file path=ppt/tags/tag694.xml><?xml version="1.0" encoding="utf-8"?>
<p:tagLst xmlns:p="http://schemas.openxmlformats.org/presentationml/2006/main">
  <p:tag name="resource_record_key" val="{&quot;65&quot;:[3],&quot;71&quot;:[76235680042]}"/>
</p:tagLst>
</file>

<file path=ppt/theme/theme1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041D4B"/>
      </a:dk2>
      <a:lt2>
        <a:srgbClr val="F6F9FF"/>
      </a:lt2>
      <a:accent1>
        <a:srgbClr val="397AF3"/>
      </a:accent1>
      <a:accent2>
        <a:srgbClr val="2690EC"/>
      </a:accent2>
      <a:accent3>
        <a:srgbClr val="13A6E5"/>
      </a:accent3>
      <a:accent4>
        <a:srgbClr val="00BDDE"/>
      </a:accent4>
      <a:accent5>
        <a:srgbClr val="24D3BA"/>
      </a:accent5>
      <a:accent6>
        <a:srgbClr val="55DD95"/>
      </a:accent6>
      <a:hlink>
        <a:srgbClr val="0563C1"/>
      </a:hlink>
      <a:folHlink>
        <a:srgbClr val="954D72"/>
      </a:folHlink>
    </a:clrScheme>
    <a:fontScheme name="自定义 3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Regular"/>
        <a:ea typeface=""/>
        <a:cs typeface=""/>
        <a:font script="Jpan" typeface="ＭＳ Ｐゴシック"/>
        <a:font script="Hang" typeface="맑은 고딕"/>
        <a:font script="Hans" typeface="思源黑体 CN Regular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3326</Words>
  <Application>WPS Office WWO_wpscloud_20260708170905-59d7d5dabd</Application>
  <PresentationFormat>宽屏</PresentationFormat>
  <Paragraphs>571</Paragraphs>
  <Slides>26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思源黑体 CN Regular</vt:lpstr>
      <vt:lpstr>汉仪旗黑KW 55S</vt:lpstr>
      <vt:lpstr>微软雅黑</vt:lpstr>
      <vt:lpstr>汉仪书宋二KW</vt:lpstr>
      <vt:lpstr>Kingsoft Confetti</vt:lpstr>
      <vt:lpstr>1_Office 主题</vt:lpstr>
      <vt:lpstr>景区路径规划系统</vt:lpstr>
      <vt:lpstr>PowerPoint 演示文稿</vt:lpstr>
      <vt:lpstr>项目需求分析</vt:lpstr>
      <vt:lpstr>PowerPoint 演示文稿</vt:lpstr>
      <vt:lpstr>PowerPoint 演示文稿</vt:lpstr>
      <vt:lpstr>PowerPoint 演示文稿</vt:lpstr>
      <vt:lpstr>项目设计方案</vt:lpstr>
      <vt:lpstr>PowerPoint 演示文稿</vt:lpstr>
      <vt:lpstr>PowerPoint 演示文稿</vt:lpstr>
      <vt:lpstr>PowerPoint 演示文稿</vt:lpstr>
      <vt:lpstr>项目实现过程</vt:lpstr>
      <vt:lpstr>PowerPoint 演示文稿</vt:lpstr>
      <vt:lpstr>PowerPoint 演示文稿</vt:lpstr>
      <vt:lpstr>PowerPoint 演示文稿</vt:lpstr>
      <vt:lpstr>项目运行效果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项目总结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景区路径规划系统</dc:title>
  <dc:creator/>
  <cp:lastModifiedBy>Administrator</cp:lastModifiedBy>
  <dcterms:created xsi:type="dcterms:W3CDTF">2026-07-14T09:08:39Z</dcterms:created>
  <dcterms:modified xsi:type="dcterms:W3CDTF">2026-07-14T09:08:39Z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2052-12.9.0.27576</vt:lpwstr>
  </property>
  <property fmtid="{D5CDD505-2E9C-101B-9397-08002B2CF9AE}" pid="3" name="ICV">
    <vt:lpwstr>AF93B2556BCD2C5A04EE556A78C67D6B_41</vt:lpwstr>
  </property>
  <property fmtid="{D5CDD505-2E9C-101B-9397-08002B2CF9AE}" pid="4" name="KSOTemplateUUID">
    <vt:lpwstr>v1.0_ai_69796636443</vt:lpwstr>
  </property>
</Properties>
</file>